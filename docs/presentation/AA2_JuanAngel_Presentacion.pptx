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5" r:id="rId5"/>
    <p:sldId id="256" r:id="rId6"/>
    <p:sldId id="263" r:id="rId7"/>
    <p:sldId id="290" r:id="rId8"/>
    <p:sldId id="273" r:id="rId9"/>
    <p:sldId id="292" r:id="rId10"/>
    <p:sldId id="286" r:id="rId11"/>
    <p:sldId id="293" r:id="rId12"/>
    <p:sldId id="300" r:id="rId13"/>
    <p:sldId id="307" r:id="rId14"/>
    <p:sldId id="308" r:id="rId15"/>
    <p:sldId id="294" r:id="rId16"/>
    <p:sldId id="301" r:id="rId17"/>
    <p:sldId id="295" r:id="rId18"/>
    <p:sldId id="302" r:id="rId19"/>
    <p:sldId id="296" r:id="rId20"/>
    <p:sldId id="306" r:id="rId21"/>
    <p:sldId id="297" r:id="rId22"/>
    <p:sldId id="304" r:id="rId23"/>
    <p:sldId id="298" r:id="rId24"/>
    <p:sldId id="305" r:id="rId25"/>
    <p:sldId id="288" r:id="rId26"/>
    <p:sldId id="299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E7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05D8A86-535C-4421-A326-A08D358310F7}"/>
              </a:ext>
            </a:extLst>
          </p:cNvPr>
          <p:cNvSpPr/>
          <p:nvPr userDrawn="1"/>
        </p:nvSpPr>
        <p:spPr>
          <a:xfrm>
            <a:off x="8252460" y="0"/>
            <a:ext cx="3745651" cy="1531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D513BC9-D056-490F-8C68-2055AE46D8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4955" y="3246120"/>
            <a:ext cx="4845882" cy="381136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D1AA680-2B39-41DD-82EA-DA3650CE0B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904955" y="-171930"/>
            <a:ext cx="4845882" cy="381136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9F9A61-3AA9-40E1-8B92-026A06FAC9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3985" y="2579680"/>
            <a:ext cx="5063696" cy="211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inicia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13">
            <a:extLst>
              <a:ext uri="{FF2B5EF4-FFF2-40B4-BE49-F238E27FC236}">
                <a16:creationId xmlns:a16="http://schemas.microsoft.com/office/drawing/2014/main" id="{75FF2955-B93C-40D8-8336-2900E088C3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4250" y="0"/>
            <a:ext cx="8667750" cy="5116513"/>
          </a:xfrm>
          <a:prstGeom prst="rect">
            <a:avLst/>
          </a:prstGeom>
        </p:spPr>
      </p:pic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2E25BCB7-76F4-48CA-B56C-DF2889B2C8B8}"/>
              </a:ext>
            </a:extLst>
          </p:cNvPr>
          <p:cNvCxnSpPr/>
          <p:nvPr userDrawn="1"/>
        </p:nvCxnSpPr>
        <p:spPr>
          <a:xfrm>
            <a:off x="2926624" y="3710894"/>
            <a:ext cx="691243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4953CD95-37E7-45B9-B4F7-D206731E9343}"/>
              </a:ext>
            </a:extLst>
          </p:cNvPr>
          <p:cNvSpPr/>
          <p:nvPr userDrawn="1"/>
        </p:nvSpPr>
        <p:spPr bwMode="auto">
          <a:xfrm>
            <a:off x="8823960" y="5116513"/>
            <a:ext cx="3368040" cy="1067117"/>
          </a:xfrm>
          <a:prstGeom prst="rect">
            <a:avLst/>
          </a:prstGeom>
          <a:solidFill>
            <a:srgbClr val="00B2E7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E899C2D-4F4E-4AEA-A9C6-DB51FEC349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6095" y="3590259"/>
            <a:ext cx="4845882" cy="3811368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EBC2985F-0DB0-4040-9007-978A1BFB2F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6960" y="1488123"/>
            <a:ext cx="6477000" cy="2387600"/>
          </a:xfrm>
        </p:spPr>
        <p:txBody>
          <a:bodyPr anchor="b">
            <a:noAutofit/>
          </a:bodyPr>
          <a:lstStyle>
            <a:lvl1pPr algn="l">
              <a:defRPr sz="15000"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17AED114-2A71-4AC3-A6FF-B1D9B4EED3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00438" y="0"/>
            <a:ext cx="8691562" cy="51165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7A66CF90-DB45-405E-B4BE-6D00A7AC5B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04160" y="3967798"/>
            <a:ext cx="86868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7886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9DE371F0-5436-4073-8525-C27E78F12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30519" y="1073059"/>
            <a:ext cx="7629525" cy="600075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F1237B54-6A6C-4EB0-90F1-0D2B77E2FD4A}"/>
              </a:ext>
            </a:extLst>
          </p:cNvPr>
          <p:cNvSpPr/>
          <p:nvPr userDrawn="1"/>
        </p:nvSpPr>
        <p:spPr bwMode="auto">
          <a:xfrm>
            <a:off x="2667000" y="1352550"/>
            <a:ext cx="8248650" cy="4848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358B62A-883B-4D59-8B7D-A16D91DA7529}"/>
              </a:ext>
            </a:extLst>
          </p:cNvPr>
          <p:cNvSpPr/>
          <p:nvPr userDrawn="1"/>
        </p:nvSpPr>
        <p:spPr bwMode="auto">
          <a:xfrm>
            <a:off x="1141080" y="1352550"/>
            <a:ext cx="2217708" cy="20764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5D1BD7-9FB2-4D80-93AE-A201A6E982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575" y="2730137"/>
            <a:ext cx="2217738" cy="25428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s-ES" dirty="0"/>
              <a:t>Punto 1</a:t>
            </a:r>
          </a:p>
          <a:p>
            <a:pPr lvl="0"/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Punto 2</a:t>
            </a:r>
          </a:p>
          <a:p>
            <a:pPr lvl="0"/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Punto 3</a:t>
            </a:r>
          </a:p>
          <a:p>
            <a:pPr lvl="0"/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Punto 4</a:t>
            </a:r>
          </a:p>
          <a:p>
            <a:pPr lvl="0"/>
            <a:endParaRPr lang="es-ES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6115F661-AA63-4E8C-A49F-76B30ED431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6810" y="2730137"/>
            <a:ext cx="2217738" cy="25428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  <a:lvl2pPr marL="457200" indent="0" algn="l">
              <a:buNone/>
              <a:defRPr sz="18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800"/>
            </a:lvl4pPr>
            <a:lvl5pPr marL="1828800" indent="0" algn="l">
              <a:buNone/>
              <a:defRPr sz="1800"/>
            </a:lvl5pPr>
          </a:lstStyle>
          <a:p>
            <a:pPr lvl="0"/>
            <a:r>
              <a:rPr lang="es-ES" dirty="0"/>
              <a:t>Punto 1</a:t>
            </a:r>
          </a:p>
          <a:p>
            <a:pPr lvl="0"/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Punto 2</a:t>
            </a:r>
          </a:p>
          <a:p>
            <a:pPr lvl="0"/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Punto 3</a:t>
            </a:r>
          </a:p>
          <a:p>
            <a:pPr lvl="0"/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Punto 4</a:t>
            </a:r>
          </a:p>
          <a:p>
            <a:pPr lvl="0"/>
            <a:endParaRPr lang="es-ES" dirty="0"/>
          </a:p>
        </p:txBody>
      </p:sp>
      <p:sp>
        <p:nvSpPr>
          <p:cNvPr id="19" name="Título 11">
            <a:extLst>
              <a:ext uri="{FF2B5EF4-FFF2-40B4-BE49-F238E27FC236}">
                <a16:creationId xmlns:a16="http://schemas.microsoft.com/office/drawing/2014/main" id="{BDA17D1C-6F0D-42DB-AF8B-690C15C62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3778" y="1926679"/>
            <a:ext cx="2133239" cy="971733"/>
          </a:xfrm>
        </p:spPr>
        <p:txBody>
          <a:bodyPr>
            <a:normAutofit/>
          </a:bodyPr>
          <a:lstStyle>
            <a:lvl1pPr algn="l">
              <a:defRPr lang="es-CO" sz="44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Índice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89801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A83A011-376B-4BCD-BE72-041094051B53}"/>
              </a:ext>
            </a:extLst>
          </p:cNvPr>
          <p:cNvSpPr/>
          <p:nvPr userDrawn="1"/>
        </p:nvSpPr>
        <p:spPr bwMode="auto">
          <a:xfrm>
            <a:off x="0" y="5255172"/>
            <a:ext cx="8061434" cy="819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712F3EB-6810-4D52-94E0-334A8DF4B4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1271" y="2949510"/>
            <a:ext cx="9144000" cy="2387600"/>
          </a:xfrm>
        </p:spPr>
        <p:txBody>
          <a:bodyPr anchor="b">
            <a:noAutofit/>
          </a:bodyPr>
          <a:lstStyle>
            <a:lvl1pPr algn="l">
              <a:defRPr sz="120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Punto 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4474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AE9AA74C-4266-4539-BB65-44827276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2615" y="3183441"/>
            <a:ext cx="7060114" cy="953406"/>
          </a:xfrm>
        </p:spPr>
        <p:txBody>
          <a:bodyPr>
            <a:normAutofit/>
          </a:bodyPr>
          <a:lstStyle>
            <a:lvl1pPr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FF7DAD-1DAD-47A8-AA19-B5B3DDFBAA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472319" y="-2429176"/>
            <a:ext cx="6150321" cy="4837332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33C4DA3B-3D47-48CA-B2F4-3B18BE0BFBA2}"/>
              </a:ext>
            </a:extLst>
          </p:cNvPr>
          <p:cNvSpPr/>
          <p:nvPr userDrawn="1"/>
        </p:nvSpPr>
        <p:spPr bwMode="auto">
          <a:xfrm rot="5400000">
            <a:off x="2475398" y="885340"/>
            <a:ext cx="2837795" cy="1067117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  <p:pic>
        <p:nvPicPr>
          <p:cNvPr id="11" name="Marcador de posición de imagen 9">
            <a:extLst>
              <a:ext uri="{FF2B5EF4-FFF2-40B4-BE49-F238E27FC236}">
                <a16:creationId xmlns:a16="http://schemas.microsoft.com/office/drawing/2014/main" id="{66811F63-6F1A-496E-9C7A-D6BC89BA02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361038" cy="6857999"/>
          </a:xfrm>
          <a:prstGeom prst="rect">
            <a:avLst/>
          </a:prstGeom>
        </p:spPr>
      </p:pic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4DF93C0A-ADCF-4F11-B81E-92ED432E46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360738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580A8B-62B6-4564-AF8A-B00E8FC3C4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5675" y="4177259"/>
            <a:ext cx="6986588" cy="461963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3D8986-19CE-4080-BA67-AE9A07D5D0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65675" y="4715737"/>
            <a:ext cx="6986588" cy="1854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4883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A770EB6-91A1-4501-9F8E-F0A913F46533}"/>
              </a:ext>
            </a:extLst>
          </p:cNvPr>
          <p:cNvSpPr/>
          <p:nvPr userDrawn="1"/>
        </p:nvSpPr>
        <p:spPr bwMode="auto">
          <a:xfrm>
            <a:off x="7467600" y="1376854"/>
            <a:ext cx="4724398" cy="5481146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 dirty="0"/>
          </a:p>
        </p:txBody>
      </p:sp>
      <p:sp>
        <p:nvSpPr>
          <p:cNvPr id="24" name="Marcador de texto 4">
            <a:extLst>
              <a:ext uri="{FF2B5EF4-FFF2-40B4-BE49-F238E27FC236}">
                <a16:creationId xmlns:a16="http://schemas.microsoft.com/office/drawing/2014/main" id="{C3384A7B-BBC5-49ED-BF23-CE35C0BBBC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14015" y="1794568"/>
            <a:ext cx="1955231" cy="523869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8900</a:t>
            </a:r>
            <a:endParaRPr lang="es-CO" dirty="0"/>
          </a:p>
        </p:txBody>
      </p:sp>
      <p:sp>
        <p:nvSpPr>
          <p:cNvPr id="23" name="Marcador de texto 4">
            <a:extLst>
              <a:ext uri="{FF2B5EF4-FFF2-40B4-BE49-F238E27FC236}">
                <a16:creationId xmlns:a16="http://schemas.microsoft.com/office/drawing/2014/main" id="{23671C24-964E-4C8B-9E18-B0BBFB726E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98" y="2883808"/>
            <a:ext cx="4426179" cy="1854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21" name="Título 11">
            <a:extLst>
              <a:ext uri="{FF2B5EF4-FFF2-40B4-BE49-F238E27FC236}">
                <a16:creationId xmlns:a16="http://schemas.microsoft.com/office/drawing/2014/main" id="{FAD9653B-D7D1-452B-A78D-044E0B9F0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735" y="1771554"/>
            <a:ext cx="4431142" cy="953406"/>
          </a:xfrm>
        </p:spPr>
        <p:txBody>
          <a:bodyPr>
            <a:normAutofit/>
          </a:bodyPr>
          <a:lstStyle>
            <a:lvl1pPr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C775DD-E92A-4DA3-A6CA-F985522BCD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4234" y="4580797"/>
            <a:ext cx="2188052" cy="1433031"/>
          </a:xfrm>
          <a:prstGeom prst="rect">
            <a:avLst/>
          </a:prstGeom>
        </p:spPr>
      </p:pic>
      <p:pic>
        <p:nvPicPr>
          <p:cNvPr id="7" name="Marcador de posición de imagen 30">
            <a:extLst>
              <a:ext uri="{FF2B5EF4-FFF2-40B4-BE49-F238E27FC236}">
                <a16:creationId xmlns:a16="http://schemas.microsoft.com/office/drawing/2014/main" id="{D6219389-738E-4200-BFDB-0C073A2B77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10200" y="1376363"/>
            <a:ext cx="2057400" cy="3387725"/>
          </a:xfrm>
          <a:prstGeom prst="rect">
            <a:avLst/>
          </a:prstGeom>
        </p:spPr>
      </p:pic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2460C408-16F3-43AD-87D9-504504415AC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10200" y="1376363"/>
            <a:ext cx="2057400" cy="33877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</a:t>
            </a:r>
          </a:p>
        </p:txBody>
      </p:sp>
      <p:sp>
        <p:nvSpPr>
          <p:cNvPr id="25" name="Marcador de texto 4">
            <a:extLst>
              <a:ext uri="{FF2B5EF4-FFF2-40B4-BE49-F238E27FC236}">
                <a16:creationId xmlns:a16="http://schemas.microsoft.com/office/drawing/2014/main" id="{BA18FA38-947A-4820-9CF3-91B11A23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14015" y="2433771"/>
            <a:ext cx="1955231" cy="290199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Título aquí</a:t>
            </a:r>
            <a:endParaRPr lang="es-CO" dirty="0"/>
          </a:p>
        </p:txBody>
      </p:sp>
      <p:sp>
        <p:nvSpPr>
          <p:cNvPr id="26" name="Marcador de texto 4">
            <a:extLst>
              <a:ext uri="{FF2B5EF4-FFF2-40B4-BE49-F238E27FC236}">
                <a16:creationId xmlns:a16="http://schemas.microsoft.com/office/drawing/2014/main" id="{DDB48E6D-7706-4C87-8F38-AA1F5C4C81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4015" y="2770581"/>
            <a:ext cx="1955231" cy="290199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latin typeface="+mn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Desarrollo información</a:t>
            </a:r>
            <a:endParaRPr lang="es-CO" dirty="0"/>
          </a:p>
        </p:txBody>
      </p:sp>
      <p:sp>
        <p:nvSpPr>
          <p:cNvPr id="27" name="Marcador de texto 4">
            <a:extLst>
              <a:ext uri="{FF2B5EF4-FFF2-40B4-BE49-F238E27FC236}">
                <a16:creationId xmlns:a16="http://schemas.microsoft.com/office/drawing/2014/main" id="{C9964282-64FB-4C3D-9AED-BE6DC7CD1B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14015" y="3449199"/>
            <a:ext cx="1955231" cy="523869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8900</a:t>
            </a:r>
            <a:endParaRPr lang="es-CO" dirty="0"/>
          </a:p>
        </p:txBody>
      </p:sp>
      <p:sp>
        <p:nvSpPr>
          <p:cNvPr id="28" name="Marcador de texto 4">
            <a:extLst>
              <a:ext uri="{FF2B5EF4-FFF2-40B4-BE49-F238E27FC236}">
                <a16:creationId xmlns:a16="http://schemas.microsoft.com/office/drawing/2014/main" id="{0173B495-8B1E-471F-920A-29D4718F5D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14015" y="4088402"/>
            <a:ext cx="1955231" cy="290199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Título aquí</a:t>
            </a:r>
            <a:endParaRPr lang="es-CO" dirty="0"/>
          </a:p>
        </p:txBody>
      </p:sp>
      <p:sp>
        <p:nvSpPr>
          <p:cNvPr id="29" name="Marcador de texto 4">
            <a:extLst>
              <a:ext uri="{FF2B5EF4-FFF2-40B4-BE49-F238E27FC236}">
                <a16:creationId xmlns:a16="http://schemas.microsoft.com/office/drawing/2014/main" id="{71C073FB-AB6E-4576-A38C-578B664B75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14015" y="4425212"/>
            <a:ext cx="1955231" cy="290199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latin typeface="+mn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Desarrollo información</a:t>
            </a:r>
            <a:endParaRPr lang="es-CO" dirty="0"/>
          </a:p>
        </p:txBody>
      </p:sp>
      <p:sp>
        <p:nvSpPr>
          <p:cNvPr id="30" name="Marcador de texto 4">
            <a:extLst>
              <a:ext uri="{FF2B5EF4-FFF2-40B4-BE49-F238E27FC236}">
                <a16:creationId xmlns:a16="http://schemas.microsoft.com/office/drawing/2014/main" id="{15AC6CCD-62FF-47BB-B29B-96047F5A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4015" y="5063941"/>
            <a:ext cx="1955231" cy="523869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8900</a:t>
            </a:r>
            <a:endParaRPr lang="es-CO" dirty="0"/>
          </a:p>
        </p:txBody>
      </p:sp>
      <p:sp>
        <p:nvSpPr>
          <p:cNvPr id="31" name="Marcador de texto 4">
            <a:extLst>
              <a:ext uri="{FF2B5EF4-FFF2-40B4-BE49-F238E27FC236}">
                <a16:creationId xmlns:a16="http://schemas.microsoft.com/office/drawing/2014/main" id="{0479C403-C639-4064-8B6E-7D615E1A74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14015" y="5703144"/>
            <a:ext cx="1955231" cy="290199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Título aquí</a:t>
            </a:r>
            <a:endParaRPr lang="es-CO" dirty="0"/>
          </a:p>
        </p:txBody>
      </p:sp>
      <p:sp>
        <p:nvSpPr>
          <p:cNvPr id="32" name="Marcador de texto 4">
            <a:extLst>
              <a:ext uri="{FF2B5EF4-FFF2-40B4-BE49-F238E27FC236}">
                <a16:creationId xmlns:a16="http://schemas.microsoft.com/office/drawing/2014/main" id="{BA4F93D2-5E9B-460D-B70C-4375C909AE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14015" y="6039954"/>
            <a:ext cx="1955231" cy="290199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latin typeface="+mn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Desarrollo información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3093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FF210B0-94FD-456A-B1BB-1CF0339B10ED}"/>
              </a:ext>
            </a:extLst>
          </p:cNvPr>
          <p:cNvSpPr/>
          <p:nvPr userDrawn="1"/>
        </p:nvSpPr>
        <p:spPr bwMode="auto">
          <a:xfrm>
            <a:off x="0" y="2830295"/>
            <a:ext cx="4080440" cy="1201773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  <p:sp>
        <p:nvSpPr>
          <p:cNvPr id="13" name="Marcador de texto 4">
            <a:extLst>
              <a:ext uri="{FF2B5EF4-FFF2-40B4-BE49-F238E27FC236}">
                <a16:creationId xmlns:a16="http://schemas.microsoft.com/office/drawing/2014/main" id="{46C09B93-F0BF-42F6-982E-F3BC9BD04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9369" y="2638206"/>
            <a:ext cx="3396174" cy="32792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pic>
        <p:nvPicPr>
          <p:cNvPr id="12" name="Marcador de posición de imagen 9">
            <a:extLst>
              <a:ext uri="{FF2B5EF4-FFF2-40B4-BE49-F238E27FC236}">
                <a16:creationId xmlns:a16="http://schemas.microsoft.com/office/drawing/2014/main" id="{3F86D040-48CB-4602-8592-E31490A53C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46292" y="0"/>
            <a:ext cx="3245708" cy="6857999"/>
          </a:xfrm>
          <a:prstGeom prst="rect">
            <a:avLst/>
          </a:prstGeom>
        </p:spPr>
      </p:pic>
      <p:sp>
        <p:nvSpPr>
          <p:cNvPr id="14" name="Título 11">
            <a:extLst>
              <a:ext uri="{FF2B5EF4-FFF2-40B4-BE49-F238E27FC236}">
                <a16:creationId xmlns:a16="http://schemas.microsoft.com/office/drawing/2014/main" id="{C47A4BDB-4652-412D-B3B9-FE2AAEF84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64858" y="2970260"/>
            <a:ext cx="2415582" cy="953406"/>
          </a:xfrm>
        </p:spPr>
        <p:txBody>
          <a:bodyPr>
            <a:normAutofit/>
          </a:bodyPr>
          <a:lstStyle>
            <a:lvl1pPr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br>
              <a:rPr lang="es-ES" dirty="0"/>
            </a:br>
            <a:r>
              <a:rPr lang="es-ES" dirty="0"/>
              <a:t>principal</a:t>
            </a:r>
            <a:endParaRPr lang="es-CO" dirty="0"/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CF6C8EF4-B9F0-4BB0-994E-25B089F0CE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4858" y="2389305"/>
            <a:ext cx="2415582" cy="290199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Antetítulo</a:t>
            </a:r>
            <a:endParaRPr lang="es-CO" dirty="0"/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856B0020-06C5-40FB-B573-33C8951646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945563" y="0"/>
            <a:ext cx="3246437" cy="685800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E23CCF-80AB-4E41-9E81-FF7A43F439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103207" y="-380109"/>
            <a:ext cx="2071028" cy="162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7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s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E3015DD-2A70-4733-90BE-C93C02FC457E}"/>
              </a:ext>
            </a:extLst>
          </p:cNvPr>
          <p:cNvSpPr/>
          <p:nvPr userDrawn="1"/>
        </p:nvSpPr>
        <p:spPr>
          <a:xfrm>
            <a:off x="8908869" y="195943"/>
            <a:ext cx="3283131" cy="100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016F82-6A0A-4C42-A135-949B3A061438}"/>
              </a:ext>
            </a:extLst>
          </p:cNvPr>
          <p:cNvSpPr/>
          <p:nvPr userDrawn="1"/>
        </p:nvSpPr>
        <p:spPr bwMode="auto">
          <a:xfrm>
            <a:off x="7828908" y="5790883"/>
            <a:ext cx="4363092" cy="1067117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A1CD9E1-5B5A-4534-94A9-F0F7EF3E99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1136" y="5229102"/>
            <a:ext cx="2071028" cy="1628898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C011BE84-2B23-4F5D-A984-154CDB93BC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0698" y="2100126"/>
            <a:ext cx="8610599" cy="3817348"/>
          </a:xfrm>
        </p:spPr>
        <p:txBody>
          <a:bodyPr numCol="2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Textos y contenidos de la diapositiva distribuidos en dos columnas</a:t>
            </a:r>
          </a:p>
          <a:p>
            <a:pPr lvl="0"/>
            <a:endParaRPr lang="es-CO" dirty="0"/>
          </a:p>
        </p:txBody>
      </p:sp>
      <p:sp>
        <p:nvSpPr>
          <p:cNvPr id="7" name="Título 11">
            <a:extLst>
              <a:ext uri="{FF2B5EF4-FFF2-40B4-BE49-F238E27FC236}">
                <a16:creationId xmlns:a16="http://schemas.microsoft.com/office/drawing/2014/main" id="{A12D21C4-7E9D-4361-A094-ACDA4215C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698" y="1201783"/>
            <a:ext cx="3400290" cy="702384"/>
          </a:xfrm>
        </p:spPr>
        <p:txBody>
          <a:bodyPr>
            <a:normAutofit/>
          </a:bodyPr>
          <a:lstStyle>
            <a:lvl1pPr>
              <a:defRPr lang="es-CO" sz="4400" b="1" kern="1200" dirty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7440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0287D95-B192-49A0-AC18-A0B256061B1F}"/>
              </a:ext>
            </a:extLst>
          </p:cNvPr>
          <p:cNvSpPr/>
          <p:nvPr userDrawn="1"/>
        </p:nvSpPr>
        <p:spPr bwMode="auto">
          <a:xfrm>
            <a:off x="-1634" y="382890"/>
            <a:ext cx="4465350" cy="832336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4DA445-BBC0-4FA4-8622-2542EE300A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4263" y="561975"/>
            <a:ext cx="3055937" cy="547688"/>
          </a:xfrm>
        </p:spPr>
        <p:txBody>
          <a:bodyPr/>
          <a:lstStyle>
            <a:lvl1pPr marL="0" indent="0">
              <a:buNone/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  <a:lvl5pPr>
              <a:defRPr/>
            </a:lvl5pPr>
          </a:lstStyle>
          <a:p>
            <a:pPr lvl="0"/>
            <a:r>
              <a:rPr lang="es-ES" dirty="0"/>
              <a:t>Mapa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3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rcador de texto 4">
            <a:extLst>
              <a:ext uri="{FF2B5EF4-FFF2-40B4-BE49-F238E27FC236}">
                <a16:creationId xmlns:a16="http://schemas.microsoft.com/office/drawing/2014/main" id="{A1748E35-3A8A-4167-AABE-94A41DF4D0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8272" y="3646625"/>
            <a:ext cx="2981903" cy="161069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26" name="Marcador de texto 4">
            <a:extLst>
              <a:ext uri="{FF2B5EF4-FFF2-40B4-BE49-F238E27FC236}">
                <a16:creationId xmlns:a16="http://schemas.microsoft.com/office/drawing/2014/main" id="{78CFCB31-48FA-4A3C-8461-9C871444F8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8272" y="1725958"/>
            <a:ext cx="2415582" cy="290199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Antetítulo</a:t>
            </a:r>
            <a:endParaRPr lang="es-CO" dirty="0"/>
          </a:p>
        </p:txBody>
      </p:sp>
      <p:pic>
        <p:nvPicPr>
          <p:cNvPr id="17" name="Marcador de posición de imagen 7">
            <a:extLst>
              <a:ext uri="{FF2B5EF4-FFF2-40B4-BE49-F238E27FC236}">
                <a16:creationId xmlns:a16="http://schemas.microsoft.com/office/drawing/2014/main" id="{CF2BB7C7-035A-4D0E-AABB-306F01581C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361038" cy="6857999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7524F36-98E8-49F0-88C9-2D493F34059B}"/>
              </a:ext>
            </a:extLst>
          </p:cNvPr>
          <p:cNvSpPr/>
          <p:nvPr userDrawn="1"/>
        </p:nvSpPr>
        <p:spPr bwMode="auto">
          <a:xfrm>
            <a:off x="3361038" y="-14925"/>
            <a:ext cx="3627590" cy="1067117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E4498444-3C7C-4998-87E4-26FDDD39C1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360738" cy="6858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9EA9D7B-3E86-450B-9559-E6FB939AE29D}"/>
              </a:ext>
            </a:extLst>
          </p:cNvPr>
          <p:cNvGrpSpPr/>
          <p:nvPr userDrawn="1"/>
        </p:nvGrpSpPr>
        <p:grpSpPr>
          <a:xfrm>
            <a:off x="1801090" y="4955504"/>
            <a:ext cx="3121094" cy="2460780"/>
            <a:chOff x="1801090" y="4955504"/>
            <a:chExt cx="3121094" cy="2460780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FD2A1B0-6F17-4749-9997-3D7920E776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01090" y="4955504"/>
              <a:ext cx="1572721" cy="2460779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94EDFFA1-B819-4A6E-9C8A-4526651F65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49463" y="4955505"/>
              <a:ext cx="1572721" cy="2460779"/>
            </a:xfrm>
            <a:prstGeom prst="rect">
              <a:avLst/>
            </a:prstGeom>
          </p:spPr>
        </p:pic>
      </p:grpSp>
      <p:sp>
        <p:nvSpPr>
          <p:cNvPr id="25" name="Título 11">
            <a:extLst>
              <a:ext uri="{FF2B5EF4-FFF2-40B4-BE49-F238E27FC236}">
                <a16:creationId xmlns:a16="http://schemas.microsoft.com/office/drawing/2014/main" id="{87094DC9-D150-49F1-A2A9-EF9ACDF3B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8272" y="2159652"/>
            <a:ext cx="2415582" cy="953406"/>
          </a:xfrm>
        </p:spPr>
        <p:txBody>
          <a:bodyPr>
            <a:normAutofit/>
          </a:bodyPr>
          <a:lstStyle>
            <a:lvl1pPr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br>
              <a:rPr lang="es-ES" dirty="0"/>
            </a:br>
            <a:r>
              <a:rPr lang="es-ES" dirty="0"/>
              <a:t>principal</a:t>
            </a:r>
            <a:endParaRPr lang="es-CO" dirty="0"/>
          </a:p>
        </p:txBody>
      </p:sp>
      <p:sp>
        <p:nvSpPr>
          <p:cNvPr id="30" name="Marcador de texto 4">
            <a:extLst>
              <a:ext uri="{FF2B5EF4-FFF2-40B4-BE49-F238E27FC236}">
                <a16:creationId xmlns:a16="http://schemas.microsoft.com/office/drawing/2014/main" id="{A259C2C9-B9BE-4A92-B21B-A7A22D3C13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8228" y="1450803"/>
            <a:ext cx="2415582" cy="290199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 err="1"/>
              <a:t>Entretítulo</a:t>
            </a:r>
            <a:endParaRPr lang="es-CO" dirty="0"/>
          </a:p>
        </p:txBody>
      </p:sp>
      <p:sp>
        <p:nvSpPr>
          <p:cNvPr id="31" name="Marcador de texto 4">
            <a:extLst>
              <a:ext uri="{FF2B5EF4-FFF2-40B4-BE49-F238E27FC236}">
                <a16:creationId xmlns:a16="http://schemas.microsoft.com/office/drawing/2014/main" id="{9DEEA41F-75B5-4EA1-BD25-C3D4EAE6AD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18228" y="1860895"/>
            <a:ext cx="3015974" cy="77970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32" name="Marcador de texto 4">
            <a:extLst>
              <a:ext uri="{FF2B5EF4-FFF2-40B4-BE49-F238E27FC236}">
                <a16:creationId xmlns:a16="http://schemas.microsoft.com/office/drawing/2014/main" id="{5227AF43-E9CD-47F9-A442-7929475D73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18228" y="3043941"/>
            <a:ext cx="2415582" cy="290199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 err="1"/>
              <a:t>Entretítulo</a:t>
            </a:r>
            <a:endParaRPr lang="es-CO" dirty="0"/>
          </a:p>
        </p:txBody>
      </p:sp>
      <p:sp>
        <p:nvSpPr>
          <p:cNvPr id="33" name="Marcador de texto 4">
            <a:extLst>
              <a:ext uri="{FF2B5EF4-FFF2-40B4-BE49-F238E27FC236}">
                <a16:creationId xmlns:a16="http://schemas.microsoft.com/office/drawing/2014/main" id="{C63F10DA-634E-4E8A-BF8B-C4E3C88596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18228" y="3454033"/>
            <a:ext cx="3015974" cy="77970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34" name="Marcador de texto 4">
            <a:extLst>
              <a:ext uri="{FF2B5EF4-FFF2-40B4-BE49-F238E27FC236}">
                <a16:creationId xmlns:a16="http://schemas.microsoft.com/office/drawing/2014/main" id="{E29DEC06-555C-43B6-94A0-D30F23E273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18228" y="4634952"/>
            <a:ext cx="2415582" cy="290199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 err="1"/>
              <a:t>Entretítulo</a:t>
            </a:r>
            <a:endParaRPr lang="es-CO" dirty="0"/>
          </a:p>
        </p:txBody>
      </p:sp>
      <p:sp>
        <p:nvSpPr>
          <p:cNvPr id="35" name="Marcador de texto 4">
            <a:extLst>
              <a:ext uri="{FF2B5EF4-FFF2-40B4-BE49-F238E27FC236}">
                <a16:creationId xmlns:a16="http://schemas.microsoft.com/office/drawing/2014/main" id="{F9FF598F-84B6-4D57-B403-F13083E36D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18228" y="5045044"/>
            <a:ext cx="3015974" cy="77970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002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posición de imagen 19">
            <a:extLst>
              <a:ext uri="{FF2B5EF4-FFF2-40B4-BE49-F238E27FC236}">
                <a16:creationId xmlns:a16="http://schemas.microsoft.com/office/drawing/2014/main" id="{548239C1-870E-4F90-A0B6-F1550B5F5B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3429000"/>
          </a:xfrm>
          <a:prstGeom prst="rect">
            <a:avLst/>
          </a:prstGeom>
        </p:spPr>
      </p:pic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81727591-4325-4127-AC7A-08F5222DC7E9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0" y="0"/>
            <a:ext cx="12192000" cy="3429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</a:t>
            </a:r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13B4DF42-81F0-434B-B84B-281A1A32095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121886" y="4978823"/>
            <a:ext cx="2823130" cy="78895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23" name="Título 11">
            <a:extLst>
              <a:ext uri="{FF2B5EF4-FFF2-40B4-BE49-F238E27FC236}">
                <a16:creationId xmlns:a16="http://schemas.microsoft.com/office/drawing/2014/main" id="{0869C450-5086-49E0-B1B5-12DF72C16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1886" y="4435343"/>
            <a:ext cx="2823130" cy="469351"/>
          </a:xfrm>
        </p:spPr>
        <p:txBody>
          <a:bodyPr>
            <a:normAutofit/>
          </a:bodyPr>
          <a:lstStyle>
            <a:lvl1pPr>
              <a:defRPr lang="es-CO" sz="2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25" name="Marcador de texto 4">
            <a:extLst>
              <a:ext uri="{FF2B5EF4-FFF2-40B4-BE49-F238E27FC236}">
                <a16:creationId xmlns:a16="http://schemas.microsoft.com/office/drawing/2014/main" id="{D65894DB-0D5B-463D-8D5C-90616DD68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9165" y="4978823"/>
            <a:ext cx="2823130" cy="78895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29" name="Marcador de texto 4">
            <a:extLst>
              <a:ext uri="{FF2B5EF4-FFF2-40B4-BE49-F238E27FC236}">
                <a16:creationId xmlns:a16="http://schemas.microsoft.com/office/drawing/2014/main" id="{AEC86C6E-344E-4579-A85F-6FC4B7236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395" y="4978822"/>
            <a:ext cx="2823130" cy="78895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510BBFA5-5C0D-4D7C-B60F-5C08AB8167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0394" y="4435343"/>
            <a:ext cx="2823129" cy="469352"/>
          </a:xfrm>
        </p:spPr>
        <p:txBody>
          <a:bodyPr>
            <a:normAutofit/>
          </a:bodyPr>
          <a:lstStyle>
            <a:lvl1pPr marL="0" indent="0">
              <a:buNone/>
              <a:defRPr lang="es-CO" sz="2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33" name="Marcador de texto 31">
            <a:extLst>
              <a:ext uri="{FF2B5EF4-FFF2-40B4-BE49-F238E27FC236}">
                <a16:creationId xmlns:a16="http://schemas.microsoft.com/office/drawing/2014/main" id="{A44F6E19-B3FB-4B4C-B88F-3E16D1F73C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9166" y="4435343"/>
            <a:ext cx="2823129" cy="469352"/>
          </a:xfrm>
        </p:spPr>
        <p:txBody>
          <a:bodyPr>
            <a:normAutofit/>
          </a:bodyPr>
          <a:lstStyle>
            <a:lvl1pPr marL="0" indent="0">
              <a:buNone/>
              <a:defRPr lang="es-CO" sz="2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13D69D1-C5D4-45EF-A2A9-4C976B4B82B3}"/>
              </a:ext>
            </a:extLst>
          </p:cNvPr>
          <p:cNvSpPr/>
          <p:nvPr userDrawn="1"/>
        </p:nvSpPr>
        <p:spPr bwMode="auto">
          <a:xfrm>
            <a:off x="8564410" y="2793413"/>
            <a:ext cx="3627590" cy="1067117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7122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7345A7A3-B8B5-41B2-A3A3-B813A4CA8450}"/>
              </a:ext>
            </a:extLst>
          </p:cNvPr>
          <p:cNvSpPr/>
          <p:nvPr userDrawn="1"/>
        </p:nvSpPr>
        <p:spPr>
          <a:xfrm>
            <a:off x="8915400" y="228600"/>
            <a:ext cx="3151414" cy="1067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D4647EA8-295A-4BD9-B6FA-4AB9D0F3673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s-CO" dirty="0"/>
              <a:t>Clic en el ícono para 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78749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583B9AF-8D8E-4114-ACB9-2C5290B6DAC2}"/>
              </a:ext>
            </a:extLst>
          </p:cNvPr>
          <p:cNvSpPr/>
          <p:nvPr userDrawn="1"/>
        </p:nvSpPr>
        <p:spPr>
          <a:xfrm>
            <a:off x="8964386" y="277586"/>
            <a:ext cx="3086100" cy="816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Marcador de medios 8">
            <a:extLst>
              <a:ext uri="{FF2B5EF4-FFF2-40B4-BE49-F238E27FC236}">
                <a16:creationId xmlns:a16="http://schemas.microsoft.com/office/drawing/2014/main" id="{9FEC3A71-F5E8-4CAE-8FC1-9A348E74E1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569913" y="661988"/>
            <a:ext cx="11052175" cy="5534025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CO" dirty="0"/>
              <a:t>Clic en el ícono para insertar video</a:t>
            </a:r>
          </a:p>
        </p:txBody>
      </p:sp>
    </p:spTree>
    <p:extLst>
      <p:ext uri="{BB962C8B-B14F-4D97-AF65-F5344CB8AC3E}">
        <p14:creationId xmlns:p14="http://schemas.microsoft.com/office/powerpoint/2010/main" val="983652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AFEF94E2-7336-486A-ABBE-CAD57BD233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-3567121" y="599548"/>
            <a:ext cx="7349392" cy="5780421"/>
          </a:xfrm>
          <a:prstGeom prst="rect">
            <a:avLst/>
          </a:prstGeom>
        </p:spPr>
      </p:pic>
      <p:sp>
        <p:nvSpPr>
          <p:cNvPr id="29" name="Marcador de texto 4">
            <a:extLst>
              <a:ext uri="{FF2B5EF4-FFF2-40B4-BE49-F238E27FC236}">
                <a16:creationId xmlns:a16="http://schemas.microsoft.com/office/drawing/2014/main" id="{F238901A-45BA-407E-9B06-E9D8CE2CCA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4583" y="4048523"/>
            <a:ext cx="5223654" cy="1737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28" name="Título 11">
            <a:extLst>
              <a:ext uri="{FF2B5EF4-FFF2-40B4-BE49-F238E27FC236}">
                <a16:creationId xmlns:a16="http://schemas.microsoft.com/office/drawing/2014/main" id="{E02C0417-5AF2-4710-BA92-6A45AFE59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6298" y="4077586"/>
            <a:ext cx="2415582" cy="1411101"/>
          </a:xfrm>
        </p:spPr>
        <p:txBody>
          <a:bodyPr>
            <a:normAutofit/>
          </a:bodyPr>
          <a:lstStyle>
            <a:lvl1pPr algn="r">
              <a:defRPr lang="es-CO" sz="36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br>
              <a:rPr lang="es-ES" dirty="0"/>
            </a:br>
            <a:r>
              <a:rPr lang="es-ES" dirty="0"/>
              <a:t>principal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67057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 cifra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F261A45-A9B5-4E85-B4BD-2BC093D92E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4677474" y="-1287213"/>
            <a:ext cx="9218650" cy="6185037"/>
          </a:xfrm>
          <a:prstGeom prst="rect">
            <a:avLst/>
          </a:prstGeom>
          <a:effectLst>
            <a:glow rad="127000">
              <a:srgbClr val="00A9E0">
                <a:alpha val="0"/>
              </a:srgbClr>
            </a:glow>
            <a:outerShdw dist="50800" dir="5400000" sx="61000" sy="61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ECBE7584-A917-4CE4-B232-76DB7C69DF00}"/>
              </a:ext>
            </a:extLst>
          </p:cNvPr>
          <p:cNvSpPr/>
          <p:nvPr userDrawn="1"/>
        </p:nvSpPr>
        <p:spPr bwMode="auto">
          <a:xfrm>
            <a:off x="2667000" y="1352550"/>
            <a:ext cx="8248650" cy="4848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8E36148-ABA5-4336-8BA6-EB63247E8385}"/>
              </a:ext>
            </a:extLst>
          </p:cNvPr>
          <p:cNvSpPr/>
          <p:nvPr userDrawn="1"/>
        </p:nvSpPr>
        <p:spPr bwMode="auto">
          <a:xfrm>
            <a:off x="1276351" y="1352550"/>
            <a:ext cx="2095500" cy="2076450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Marcador de texto 4">
            <a:extLst>
              <a:ext uri="{FF2B5EF4-FFF2-40B4-BE49-F238E27FC236}">
                <a16:creationId xmlns:a16="http://schemas.microsoft.com/office/drawing/2014/main" id="{74D7890B-0D10-430C-85D7-0A311B1572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469" y="1974927"/>
            <a:ext cx="2150882" cy="819525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8900</a:t>
            </a:r>
            <a:endParaRPr lang="es-CO" dirty="0"/>
          </a:p>
        </p:txBody>
      </p:sp>
      <p:sp>
        <p:nvSpPr>
          <p:cNvPr id="31" name="Título 11">
            <a:extLst>
              <a:ext uri="{FF2B5EF4-FFF2-40B4-BE49-F238E27FC236}">
                <a16:creationId xmlns:a16="http://schemas.microsoft.com/office/drawing/2014/main" id="{763D08D2-165E-477E-BF95-03E37768CD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8630" y="1955162"/>
            <a:ext cx="2040563" cy="971733"/>
          </a:xfrm>
        </p:spPr>
        <p:txBody>
          <a:bodyPr>
            <a:normAutofit/>
          </a:bodyPr>
          <a:lstStyle>
            <a:lvl1pPr algn="ctr">
              <a:defRPr lang="es-CO" sz="44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Cifras</a:t>
            </a:r>
            <a:endParaRPr lang="es-CO" dirty="0"/>
          </a:p>
        </p:txBody>
      </p:sp>
      <p:sp>
        <p:nvSpPr>
          <p:cNvPr id="33" name="Marcador de texto 4">
            <a:extLst>
              <a:ext uri="{FF2B5EF4-FFF2-40B4-BE49-F238E27FC236}">
                <a16:creationId xmlns:a16="http://schemas.microsoft.com/office/drawing/2014/main" id="{8DAE65F1-F004-4131-BEEA-025814B32B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3468" y="2948368"/>
            <a:ext cx="2150883" cy="8195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34" name="Marcador de texto 4">
            <a:extLst>
              <a:ext uri="{FF2B5EF4-FFF2-40B4-BE49-F238E27FC236}">
                <a16:creationId xmlns:a16="http://schemas.microsoft.com/office/drawing/2014/main" id="{6D720394-3A7A-457C-A63C-1C631BB36E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0383" y="1974927"/>
            <a:ext cx="2150882" cy="819525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221</a:t>
            </a:r>
            <a:endParaRPr lang="es-CO" dirty="0"/>
          </a:p>
        </p:txBody>
      </p:sp>
      <p:sp>
        <p:nvSpPr>
          <p:cNvPr id="35" name="Marcador de texto 4">
            <a:extLst>
              <a:ext uri="{FF2B5EF4-FFF2-40B4-BE49-F238E27FC236}">
                <a16:creationId xmlns:a16="http://schemas.microsoft.com/office/drawing/2014/main" id="{E94C17F5-0314-4262-B43B-9C4B9D68FE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30382" y="2948368"/>
            <a:ext cx="2150883" cy="8195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46" name="Marcador de texto 4">
            <a:extLst>
              <a:ext uri="{FF2B5EF4-FFF2-40B4-BE49-F238E27FC236}">
                <a16:creationId xmlns:a16="http://schemas.microsoft.com/office/drawing/2014/main" id="{4B74062E-8319-41BF-B405-EAA680CD4A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3469" y="4070486"/>
            <a:ext cx="2150882" cy="819525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15500</a:t>
            </a:r>
            <a:endParaRPr lang="es-CO" dirty="0"/>
          </a:p>
        </p:txBody>
      </p:sp>
      <p:sp>
        <p:nvSpPr>
          <p:cNvPr id="47" name="Marcador de texto 4">
            <a:extLst>
              <a:ext uri="{FF2B5EF4-FFF2-40B4-BE49-F238E27FC236}">
                <a16:creationId xmlns:a16="http://schemas.microsoft.com/office/drawing/2014/main" id="{53462A07-F0E2-4DEA-8D6E-F3D797B7B4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3468" y="5043927"/>
            <a:ext cx="2150883" cy="8195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48" name="Marcador de texto 4">
            <a:extLst>
              <a:ext uri="{FF2B5EF4-FFF2-40B4-BE49-F238E27FC236}">
                <a16:creationId xmlns:a16="http://schemas.microsoft.com/office/drawing/2014/main" id="{8A36413D-D79F-4467-9355-D5B67AE465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0383" y="4070486"/>
            <a:ext cx="2150882" cy="819525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10%</a:t>
            </a:r>
            <a:endParaRPr lang="es-CO" dirty="0"/>
          </a:p>
        </p:txBody>
      </p:sp>
      <p:sp>
        <p:nvSpPr>
          <p:cNvPr id="49" name="Marcador de texto 4">
            <a:extLst>
              <a:ext uri="{FF2B5EF4-FFF2-40B4-BE49-F238E27FC236}">
                <a16:creationId xmlns:a16="http://schemas.microsoft.com/office/drawing/2014/main" id="{FB9A64E7-BA1E-48BC-9E79-614CEBE443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30382" y="5043927"/>
            <a:ext cx="2150883" cy="8195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56081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4">
            <a:extLst>
              <a:ext uri="{FF2B5EF4-FFF2-40B4-BE49-F238E27FC236}">
                <a16:creationId xmlns:a16="http://schemas.microsoft.com/office/drawing/2014/main" id="{464E4D44-05EB-4613-8336-8F541EC0D1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6096000" cy="3429000"/>
          </a:xfrm>
          <a:prstGeom prst="rect">
            <a:avLst/>
          </a:prstGeom>
        </p:spPr>
      </p:pic>
      <p:pic>
        <p:nvPicPr>
          <p:cNvPr id="12" name="Marcador de posición de imagen 13">
            <a:extLst>
              <a:ext uri="{FF2B5EF4-FFF2-40B4-BE49-F238E27FC236}">
                <a16:creationId xmlns:a16="http://schemas.microsoft.com/office/drawing/2014/main" id="{99C323CD-5ADD-4CE2-B09A-1718BF1CCD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429001"/>
            <a:ext cx="6096000" cy="3429000"/>
          </a:xfrm>
          <a:prstGeom prst="rect">
            <a:avLst/>
          </a:prstGeom>
        </p:spPr>
      </p:pic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E3D7E01D-E687-49EF-B9CB-8E806E79E0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3416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 1</a:t>
            </a:r>
          </a:p>
        </p:txBody>
      </p:sp>
      <p:sp>
        <p:nvSpPr>
          <p:cNvPr id="18" name="Marcador de posición de imagen 16">
            <a:extLst>
              <a:ext uri="{FF2B5EF4-FFF2-40B4-BE49-F238E27FC236}">
                <a16:creationId xmlns:a16="http://schemas.microsoft.com/office/drawing/2014/main" id="{26EAFCDC-7B6E-4BB2-8ADF-5B99F79A664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415049"/>
            <a:ext cx="6096000" cy="340465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Insertar imagen 2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B34EF51B-7568-405A-9DCE-CDC93474A1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50785" y="3918502"/>
            <a:ext cx="2415582" cy="290199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006E1DA4-4D2B-4DAB-B492-CFA17271E6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0785" y="4328594"/>
            <a:ext cx="4252644" cy="207220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7A2F8F7-9790-4872-BF59-BE6A11A109AD}"/>
              </a:ext>
            </a:extLst>
          </p:cNvPr>
          <p:cNvSpPr/>
          <p:nvPr userDrawn="1"/>
        </p:nvSpPr>
        <p:spPr>
          <a:xfrm>
            <a:off x="8784771" y="244928"/>
            <a:ext cx="3407229" cy="898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Marcador de texto 4">
            <a:extLst>
              <a:ext uri="{FF2B5EF4-FFF2-40B4-BE49-F238E27FC236}">
                <a16:creationId xmlns:a16="http://schemas.microsoft.com/office/drawing/2014/main" id="{BD173542-F7A9-47BD-98B8-07744D226D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0785" y="595056"/>
            <a:ext cx="2415582" cy="290199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5" name="Marcador de texto 4">
            <a:extLst>
              <a:ext uri="{FF2B5EF4-FFF2-40B4-BE49-F238E27FC236}">
                <a16:creationId xmlns:a16="http://schemas.microsoft.com/office/drawing/2014/main" id="{7FAE6986-C0F8-43D0-B017-2E21459A82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0785" y="1005148"/>
            <a:ext cx="4252644" cy="207220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159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1">
            <a:extLst>
              <a:ext uri="{FF2B5EF4-FFF2-40B4-BE49-F238E27FC236}">
                <a16:creationId xmlns:a16="http://schemas.microsoft.com/office/drawing/2014/main" id="{5D65C184-421B-46AA-A854-0B105AFDF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8254" y="3429000"/>
            <a:ext cx="9020313" cy="1453239"/>
          </a:xfrm>
        </p:spPr>
        <p:txBody>
          <a:bodyPr>
            <a:normAutofit/>
          </a:bodyPr>
          <a:lstStyle>
            <a:lvl1pPr algn="l">
              <a:defRPr lang="es-CO" sz="4000" b="1" kern="1200" dirty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s-MX" dirty="0"/>
              <a:t>“</a:t>
            </a:r>
            <a:r>
              <a:rPr lang="es-CO" sz="4000" b="1" dirty="0">
                <a:solidFill>
                  <a:srgbClr val="000000"/>
                </a:solidFill>
                <a:ea typeface="Titillium Light" charset="0"/>
                <a:cs typeface="Titillium Light" charset="0"/>
              </a:rPr>
              <a:t>Si no disfrutas lo que haces, es porque lo estás haciendo mal”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EBAE245-9201-49FE-99ED-560AB5A714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35276" y="373485"/>
            <a:ext cx="4463078" cy="2923024"/>
          </a:xfrm>
          <a:prstGeom prst="rect">
            <a:avLst/>
          </a:prstGeom>
        </p:spPr>
      </p:pic>
      <p:sp>
        <p:nvSpPr>
          <p:cNvPr id="16" name="Marcador de posición de imagen 30">
            <a:extLst>
              <a:ext uri="{FF2B5EF4-FFF2-40B4-BE49-F238E27FC236}">
                <a16:creationId xmlns:a16="http://schemas.microsoft.com/office/drawing/2014/main" id="{35F07973-975C-4692-B60F-4842596818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41542" y="714374"/>
            <a:ext cx="2325600" cy="2325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ysClr val="windowText" lastClr="000000"/>
                </a:solidFill>
              </a:defRPr>
            </a:lvl1pPr>
          </a:lstStyle>
          <a:p>
            <a:r>
              <a:rPr lang="es-CO" dirty="0"/>
              <a:t>Insertar imagen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E62C80E6-3080-4349-B966-F1BA73ED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8254" y="5271265"/>
            <a:ext cx="3362589" cy="50905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763642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gráfico 14">
            <a:extLst>
              <a:ext uri="{FF2B5EF4-FFF2-40B4-BE49-F238E27FC236}">
                <a16:creationId xmlns:a16="http://schemas.microsoft.com/office/drawing/2014/main" id="{D423796A-2004-44B9-8186-50F98458041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665076" y="1690553"/>
            <a:ext cx="5273675" cy="3829050"/>
          </a:xfrm>
        </p:spPr>
        <p:txBody>
          <a:bodyPr/>
          <a:lstStyle>
            <a:lvl1pPr>
              <a:defRPr/>
            </a:lvl1pPr>
          </a:lstStyle>
          <a:p>
            <a:r>
              <a:rPr lang="es-CO" dirty="0"/>
              <a:t>Insertar gráfico de barras aquí</a:t>
            </a:r>
          </a:p>
        </p:txBody>
      </p:sp>
      <p:sp>
        <p:nvSpPr>
          <p:cNvPr id="10" name="Título 11">
            <a:extLst>
              <a:ext uri="{FF2B5EF4-FFF2-40B4-BE49-F238E27FC236}">
                <a16:creationId xmlns:a16="http://schemas.microsoft.com/office/drawing/2014/main" id="{DFA4A507-6359-4161-B796-E87D2E86A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5342" y="1690553"/>
            <a:ext cx="3554065" cy="1656408"/>
          </a:xfrm>
        </p:spPr>
        <p:txBody>
          <a:bodyPr>
            <a:normAutofit/>
          </a:bodyPr>
          <a:lstStyle>
            <a:lvl1pPr algn="l">
              <a:defRPr lang="es-CO" sz="3600" b="0" kern="1200" dirty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s-ES" dirty="0"/>
              <a:t>Título gráfico</a:t>
            </a:r>
            <a:endParaRPr lang="es-CO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37DEA759-78F5-4403-BBAA-7C2CF9AF2E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85342" y="3748344"/>
            <a:ext cx="3554065" cy="165640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838179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gráfico 14">
            <a:extLst>
              <a:ext uri="{FF2B5EF4-FFF2-40B4-BE49-F238E27FC236}">
                <a16:creationId xmlns:a16="http://schemas.microsoft.com/office/drawing/2014/main" id="{D423796A-2004-44B9-8186-50F98458041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1499393" y="2465614"/>
            <a:ext cx="9095240" cy="3659856"/>
          </a:xfrm>
        </p:spPr>
        <p:txBody>
          <a:bodyPr/>
          <a:lstStyle>
            <a:lvl1pPr>
              <a:defRPr/>
            </a:lvl1pPr>
          </a:lstStyle>
          <a:p>
            <a:r>
              <a:rPr lang="es-CO" dirty="0"/>
              <a:t>Insertar gráfico aquí</a:t>
            </a:r>
          </a:p>
        </p:txBody>
      </p:sp>
      <p:sp>
        <p:nvSpPr>
          <p:cNvPr id="10" name="Título 11">
            <a:extLst>
              <a:ext uri="{FF2B5EF4-FFF2-40B4-BE49-F238E27FC236}">
                <a16:creationId xmlns:a16="http://schemas.microsoft.com/office/drawing/2014/main" id="{DFA4A507-6359-4161-B796-E87D2E86A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1882" y="1562923"/>
            <a:ext cx="8699629" cy="709747"/>
          </a:xfrm>
        </p:spPr>
        <p:txBody>
          <a:bodyPr>
            <a:normAutofit/>
          </a:bodyPr>
          <a:lstStyle>
            <a:lvl1pPr algn="l">
              <a:defRPr lang="es-CO" sz="3600" b="0" kern="1200" dirty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s-ES" dirty="0"/>
              <a:t>Título gráfico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10347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gráfico 14">
            <a:extLst>
              <a:ext uri="{FF2B5EF4-FFF2-40B4-BE49-F238E27FC236}">
                <a16:creationId xmlns:a16="http://schemas.microsoft.com/office/drawing/2014/main" id="{D423796A-2004-44B9-8186-50F98458041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665788" y="1690688"/>
            <a:ext cx="5273675" cy="3829050"/>
          </a:xfrm>
        </p:spPr>
        <p:txBody>
          <a:bodyPr/>
          <a:lstStyle>
            <a:lvl1pPr>
              <a:defRPr/>
            </a:lvl1pPr>
          </a:lstStyle>
          <a:p>
            <a:r>
              <a:rPr lang="es-CO" dirty="0"/>
              <a:t>Insertar gráfico aquí</a:t>
            </a:r>
          </a:p>
        </p:txBody>
      </p:sp>
      <p:sp>
        <p:nvSpPr>
          <p:cNvPr id="10" name="Título 11">
            <a:extLst>
              <a:ext uri="{FF2B5EF4-FFF2-40B4-BE49-F238E27FC236}">
                <a16:creationId xmlns:a16="http://schemas.microsoft.com/office/drawing/2014/main" id="{DFA4A507-6359-4161-B796-E87D2E86A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5342" y="1690553"/>
            <a:ext cx="3554065" cy="1656408"/>
          </a:xfrm>
        </p:spPr>
        <p:txBody>
          <a:bodyPr>
            <a:normAutofit/>
          </a:bodyPr>
          <a:lstStyle>
            <a:lvl1pPr algn="l">
              <a:defRPr lang="es-CO" sz="3600" b="0" kern="1200" dirty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s-ES" dirty="0"/>
              <a:t>Título gráfico</a:t>
            </a:r>
            <a:endParaRPr lang="es-CO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37DEA759-78F5-4403-BBAA-7C2CF9AF2E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85342" y="3748344"/>
            <a:ext cx="3554065" cy="165640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63026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4E62AD-0280-406A-BDF1-2B6DCE300B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19840" y="1424124"/>
            <a:ext cx="8438560" cy="547688"/>
          </a:xfrm>
        </p:spPr>
        <p:txBody>
          <a:bodyPr/>
          <a:lstStyle>
            <a:lvl1pPr marL="0" indent="0">
              <a:buNone/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  <a:lvl5pPr>
              <a:defRPr/>
            </a:lvl5pPr>
          </a:lstStyle>
          <a:p>
            <a:pPr lvl="0"/>
            <a:r>
              <a:rPr lang="es-ES" dirty="0"/>
              <a:t>Tabla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99221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4">
            <a:extLst>
              <a:ext uri="{FF2B5EF4-FFF2-40B4-BE49-F238E27FC236}">
                <a16:creationId xmlns:a16="http://schemas.microsoft.com/office/drawing/2014/main" id="{61D1FAEC-364B-4063-82B4-8E926D07BF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68392" y="2952249"/>
            <a:ext cx="996179" cy="997200"/>
          </a:xfrm>
          <a:prstGeom prst="ellipse">
            <a:avLst/>
          </a:prstGeom>
          <a:solidFill>
            <a:srgbClr val="00B2E7"/>
          </a:solidFill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B</a:t>
            </a:r>
            <a:endParaRPr lang="es-CO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2BFE7D3-3100-46E5-BA55-C58D68996BB8}"/>
              </a:ext>
            </a:extLst>
          </p:cNvPr>
          <p:cNvSpPr/>
          <p:nvPr userDrawn="1"/>
        </p:nvSpPr>
        <p:spPr>
          <a:xfrm>
            <a:off x="8852738" y="244929"/>
            <a:ext cx="3339262" cy="91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Marcador de texto 4">
            <a:extLst>
              <a:ext uri="{FF2B5EF4-FFF2-40B4-BE49-F238E27FC236}">
                <a16:creationId xmlns:a16="http://schemas.microsoft.com/office/drawing/2014/main" id="{F200E6B5-4F9E-4544-8B2E-CA4D39E40B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10867" y="4514745"/>
            <a:ext cx="996179" cy="997200"/>
          </a:xfrm>
          <a:prstGeom prst="ellipse">
            <a:avLst/>
          </a:prstGeom>
          <a:solidFill>
            <a:srgbClr val="00B2E7"/>
          </a:solidFill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C</a:t>
            </a:r>
            <a:endParaRPr lang="es-CO" dirty="0"/>
          </a:p>
        </p:txBody>
      </p:sp>
      <p:sp>
        <p:nvSpPr>
          <p:cNvPr id="30" name="Marcador de texto 4">
            <a:extLst>
              <a:ext uri="{FF2B5EF4-FFF2-40B4-BE49-F238E27FC236}">
                <a16:creationId xmlns:a16="http://schemas.microsoft.com/office/drawing/2014/main" id="{D0F69C04-2906-4A64-B8B0-33CB612194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10867" y="1389752"/>
            <a:ext cx="996179" cy="997200"/>
          </a:xfrm>
          <a:prstGeom prst="ellipse">
            <a:avLst/>
          </a:prstGeom>
          <a:solidFill>
            <a:srgbClr val="00B2E7"/>
          </a:solidFill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A</a:t>
            </a:r>
            <a:endParaRPr lang="es-CO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45CDE3D-508C-4982-B412-222ABCB37E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68070" y="2036237"/>
            <a:ext cx="2071028" cy="1628898"/>
          </a:xfrm>
          <a:prstGeom prst="rect">
            <a:avLst/>
          </a:prstGeom>
        </p:spPr>
      </p:pic>
      <p:sp>
        <p:nvSpPr>
          <p:cNvPr id="23" name="Marcador de texto 4">
            <a:extLst>
              <a:ext uri="{FF2B5EF4-FFF2-40B4-BE49-F238E27FC236}">
                <a16:creationId xmlns:a16="http://schemas.microsoft.com/office/drawing/2014/main" id="{0BBEBCA4-C076-42CF-A502-9EE50F2B29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0699" y="3732635"/>
            <a:ext cx="2981903" cy="161069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24" name="Marcador de texto 4">
            <a:extLst>
              <a:ext uri="{FF2B5EF4-FFF2-40B4-BE49-F238E27FC236}">
                <a16:creationId xmlns:a16="http://schemas.microsoft.com/office/drawing/2014/main" id="{5B9C3985-CEB0-40B8-AE73-67274EC4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1492" y="1061624"/>
            <a:ext cx="2417602" cy="365076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 err="1"/>
              <a:t>Entretítulo</a:t>
            </a:r>
            <a:endParaRPr lang="es-CO" dirty="0"/>
          </a:p>
        </p:txBody>
      </p:sp>
      <p:sp>
        <p:nvSpPr>
          <p:cNvPr id="25" name="Título 11">
            <a:extLst>
              <a:ext uri="{FF2B5EF4-FFF2-40B4-BE49-F238E27FC236}">
                <a16:creationId xmlns:a16="http://schemas.microsoft.com/office/drawing/2014/main" id="{8926B03F-7580-467B-B616-FA43BDFBD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699" y="2700899"/>
            <a:ext cx="3400290" cy="702384"/>
          </a:xfrm>
        </p:spPr>
        <p:txBody>
          <a:bodyPr>
            <a:normAutofit/>
          </a:bodyPr>
          <a:lstStyle>
            <a:lvl1pPr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26" name="Marcador de texto 4">
            <a:extLst>
              <a:ext uri="{FF2B5EF4-FFF2-40B4-BE49-F238E27FC236}">
                <a16:creationId xmlns:a16="http://schemas.microsoft.com/office/drawing/2014/main" id="{A5E74FD4-9421-4295-90DB-24D31AADF2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17603" y="1566886"/>
            <a:ext cx="2981903" cy="732651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33" name="Marcador de texto 4">
            <a:extLst>
              <a:ext uri="{FF2B5EF4-FFF2-40B4-BE49-F238E27FC236}">
                <a16:creationId xmlns:a16="http://schemas.microsoft.com/office/drawing/2014/main" id="{1EB07ACD-D4FB-422A-B9C9-BBDBF6F95F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1572" y="3091077"/>
            <a:ext cx="2417602" cy="365076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 err="1"/>
              <a:t>Entretítulo</a:t>
            </a:r>
            <a:endParaRPr lang="es-CO" dirty="0"/>
          </a:p>
        </p:txBody>
      </p:sp>
      <p:sp>
        <p:nvSpPr>
          <p:cNvPr id="34" name="Marcador de texto 4">
            <a:extLst>
              <a:ext uri="{FF2B5EF4-FFF2-40B4-BE49-F238E27FC236}">
                <a16:creationId xmlns:a16="http://schemas.microsoft.com/office/drawing/2014/main" id="{42D34266-750E-4FEF-87B5-630308B77F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77683" y="3596339"/>
            <a:ext cx="2981903" cy="732651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sp>
        <p:nvSpPr>
          <p:cNvPr id="35" name="Marcador de texto 4">
            <a:extLst>
              <a:ext uri="{FF2B5EF4-FFF2-40B4-BE49-F238E27FC236}">
                <a16:creationId xmlns:a16="http://schemas.microsoft.com/office/drawing/2014/main" id="{81FEB1F2-6E5C-4AD1-8414-F5D5E47CCC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080" y="4892130"/>
            <a:ext cx="2417602" cy="365076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 err="1"/>
              <a:t>Entretítulo</a:t>
            </a:r>
            <a:endParaRPr lang="es-CO" dirty="0"/>
          </a:p>
        </p:txBody>
      </p:sp>
      <p:sp>
        <p:nvSpPr>
          <p:cNvPr id="36" name="Marcador de texto 4">
            <a:extLst>
              <a:ext uri="{FF2B5EF4-FFF2-40B4-BE49-F238E27FC236}">
                <a16:creationId xmlns:a16="http://schemas.microsoft.com/office/drawing/2014/main" id="{6AE9405F-83B9-47ED-9860-7D2B9E06F0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7191" y="5397392"/>
            <a:ext cx="2981903" cy="732651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</a:t>
            </a:r>
            <a:endParaRPr lang="es-CO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90398158-1043-4BEC-BBC6-881A4DFFEB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8" y="204470"/>
            <a:ext cx="3471572" cy="9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854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43B4FCA-27C6-4C66-84D1-D3DA4CFDD92D}"/>
              </a:ext>
            </a:extLst>
          </p:cNvPr>
          <p:cNvSpPr/>
          <p:nvPr userDrawn="1"/>
        </p:nvSpPr>
        <p:spPr bwMode="auto">
          <a:xfrm>
            <a:off x="1276351" y="1081938"/>
            <a:ext cx="10160683" cy="5318861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FC9C7B-0447-43D8-A3C1-9530A5B1F71E}"/>
              </a:ext>
            </a:extLst>
          </p:cNvPr>
          <p:cNvSpPr/>
          <p:nvPr userDrawn="1"/>
        </p:nvSpPr>
        <p:spPr bwMode="auto">
          <a:xfrm>
            <a:off x="0" y="1081938"/>
            <a:ext cx="1276351" cy="956575"/>
          </a:xfrm>
          <a:prstGeom prst="rect">
            <a:avLst/>
          </a:prstGeom>
          <a:solidFill>
            <a:srgbClr val="00B2E7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57AA263E-4880-4895-839E-93A4F9287F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76720" y="1228179"/>
            <a:ext cx="8438560" cy="547688"/>
          </a:xfrm>
        </p:spPr>
        <p:txBody>
          <a:bodyPr/>
          <a:lstStyle>
            <a:lvl1pPr marL="0" indent="0" algn="ctr">
              <a:buNone/>
              <a:defRPr lang="es-CO" sz="3600" b="1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rial"/>
              </a:defRPr>
            </a:lvl1pPr>
            <a:lvl5pPr>
              <a:defRPr/>
            </a:lvl5pPr>
          </a:lstStyle>
          <a:p>
            <a:pPr lvl="0"/>
            <a:r>
              <a:rPr lang="es-ES" dirty="0"/>
              <a:t>Conoce al equipo</a:t>
            </a:r>
            <a:endParaRPr lang="es-CO" dirty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0B9E3E83-B49B-432D-A357-3D6193DE28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05772" y="20222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D84399CE-7DA5-4FCE-BB38-5822C4025D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05773" y="34754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8E329C-63E5-484A-A95A-97A7359C32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5773" y="38321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33" name="Marcador de posición de imagen 9">
            <a:extLst>
              <a:ext uri="{FF2B5EF4-FFF2-40B4-BE49-F238E27FC236}">
                <a16:creationId xmlns:a16="http://schemas.microsoft.com/office/drawing/2014/main" id="{B2387554-29AF-42B4-A36B-18D337F9D2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55533" y="20222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F0170EAD-2A85-4199-9432-ECF82B3C31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55534" y="34754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72AD0C65-DD64-495B-99AE-8B6D21B7BE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55534" y="38321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1B7AED07-C104-407D-8EF4-812EAA4E57B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6884" y="20222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9A59B5E9-E58C-47F6-B5B3-79F02A1CED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06885" y="34754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38" name="Marcador de texto 15">
            <a:extLst>
              <a:ext uri="{FF2B5EF4-FFF2-40B4-BE49-F238E27FC236}">
                <a16:creationId xmlns:a16="http://schemas.microsoft.com/office/drawing/2014/main" id="{CF2F4791-654B-45AA-84D6-05A4AC9A1E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6885" y="38321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39" name="Marcador de posición de imagen 9">
            <a:extLst>
              <a:ext uri="{FF2B5EF4-FFF2-40B4-BE49-F238E27FC236}">
                <a16:creationId xmlns:a16="http://schemas.microsoft.com/office/drawing/2014/main" id="{4A672771-6CD9-4243-9F0F-D9389D711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658235" y="20222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40" name="Marcador de texto 15">
            <a:extLst>
              <a:ext uri="{FF2B5EF4-FFF2-40B4-BE49-F238E27FC236}">
                <a16:creationId xmlns:a16="http://schemas.microsoft.com/office/drawing/2014/main" id="{FD8FCBF2-B123-41F3-A9D2-CEBD4D1D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58236" y="34754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41" name="Marcador de texto 15">
            <a:extLst>
              <a:ext uri="{FF2B5EF4-FFF2-40B4-BE49-F238E27FC236}">
                <a16:creationId xmlns:a16="http://schemas.microsoft.com/office/drawing/2014/main" id="{59314752-99DA-48CD-8CAE-E8DA04652C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58236" y="38321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42" name="Marcador de posición de imagen 9">
            <a:extLst>
              <a:ext uri="{FF2B5EF4-FFF2-40B4-BE49-F238E27FC236}">
                <a16:creationId xmlns:a16="http://schemas.microsoft.com/office/drawing/2014/main" id="{8F8EA700-8965-4978-BE2C-C1BF9896866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09586" y="20222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43" name="Marcador de texto 15">
            <a:extLst>
              <a:ext uri="{FF2B5EF4-FFF2-40B4-BE49-F238E27FC236}">
                <a16:creationId xmlns:a16="http://schemas.microsoft.com/office/drawing/2014/main" id="{55F019C4-E63E-417D-BD42-BB0AD973522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09587" y="34754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44" name="Marcador de texto 15">
            <a:extLst>
              <a:ext uri="{FF2B5EF4-FFF2-40B4-BE49-F238E27FC236}">
                <a16:creationId xmlns:a16="http://schemas.microsoft.com/office/drawing/2014/main" id="{736D0E94-D3A8-4AF8-9125-F20DF2BF4B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09587" y="38321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45" name="Marcador de posición de imagen 9">
            <a:extLst>
              <a:ext uri="{FF2B5EF4-FFF2-40B4-BE49-F238E27FC236}">
                <a16:creationId xmlns:a16="http://schemas.microsoft.com/office/drawing/2014/main" id="{208FA3C0-2FC9-41FB-8CA0-4E507DED697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05772" y="42396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46" name="Marcador de texto 15">
            <a:extLst>
              <a:ext uri="{FF2B5EF4-FFF2-40B4-BE49-F238E27FC236}">
                <a16:creationId xmlns:a16="http://schemas.microsoft.com/office/drawing/2014/main" id="{36DD0786-1ABB-4AEC-8518-56DE9FFCDC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05773" y="56928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47" name="Marcador de texto 15">
            <a:extLst>
              <a:ext uri="{FF2B5EF4-FFF2-40B4-BE49-F238E27FC236}">
                <a16:creationId xmlns:a16="http://schemas.microsoft.com/office/drawing/2014/main" id="{DE84BF23-5A46-4AD9-A472-ACD591ACA7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05773" y="60495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48" name="Marcador de posición de imagen 9">
            <a:extLst>
              <a:ext uri="{FF2B5EF4-FFF2-40B4-BE49-F238E27FC236}">
                <a16:creationId xmlns:a16="http://schemas.microsoft.com/office/drawing/2014/main" id="{E296D412-9AF4-4BC4-8CCE-B6A6FA07863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55533" y="42396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49" name="Marcador de texto 15">
            <a:extLst>
              <a:ext uri="{FF2B5EF4-FFF2-40B4-BE49-F238E27FC236}">
                <a16:creationId xmlns:a16="http://schemas.microsoft.com/office/drawing/2014/main" id="{FC235A20-7E46-45D8-BCCD-96771CB7B0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55534" y="56928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50" name="Marcador de texto 15">
            <a:extLst>
              <a:ext uri="{FF2B5EF4-FFF2-40B4-BE49-F238E27FC236}">
                <a16:creationId xmlns:a16="http://schemas.microsoft.com/office/drawing/2014/main" id="{9C983990-DE8F-476F-B1A1-4D6C65EB79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55534" y="60495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51" name="Marcador de posición de imagen 9">
            <a:extLst>
              <a:ext uri="{FF2B5EF4-FFF2-40B4-BE49-F238E27FC236}">
                <a16:creationId xmlns:a16="http://schemas.microsoft.com/office/drawing/2014/main" id="{FBA70C01-9556-409D-88C8-928CCC71B3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706884" y="42396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52" name="Marcador de texto 15">
            <a:extLst>
              <a:ext uri="{FF2B5EF4-FFF2-40B4-BE49-F238E27FC236}">
                <a16:creationId xmlns:a16="http://schemas.microsoft.com/office/drawing/2014/main" id="{03FF168F-D19F-40D3-A08D-22A6754041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06885" y="56928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53" name="Marcador de texto 15">
            <a:extLst>
              <a:ext uri="{FF2B5EF4-FFF2-40B4-BE49-F238E27FC236}">
                <a16:creationId xmlns:a16="http://schemas.microsoft.com/office/drawing/2014/main" id="{8F8BCC83-145D-4FBB-A21B-4FE7764350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06885" y="60495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54" name="Marcador de posición de imagen 9">
            <a:extLst>
              <a:ext uri="{FF2B5EF4-FFF2-40B4-BE49-F238E27FC236}">
                <a16:creationId xmlns:a16="http://schemas.microsoft.com/office/drawing/2014/main" id="{736F7029-37DB-4C78-93F8-7268AA1E7B0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658235" y="42396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55" name="Marcador de texto 15">
            <a:extLst>
              <a:ext uri="{FF2B5EF4-FFF2-40B4-BE49-F238E27FC236}">
                <a16:creationId xmlns:a16="http://schemas.microsoft.com/office/drawing/2014/main" id="{95C8CD12-B94B-445B-AEFB-8B97C1D119E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58236" y="56928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56" name="Marcador de texto 15">
            <a:extLst>
              <a:ext uri="{FF2B5EF4-FFF2-40B4-BE49-F238E27FC236}">
                <a16:creationId xmlns:a16="http://schemas.microsoft.com/office/drawing/2014/main" id="{F90AA8B7-CCAC-44CD-BEBB-3ED63BE1898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58236" y="60495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57" name="Marcador de posición de imagen 9">
            <a:extLst>
              <a:ext uri="{FF2B5EF4-FFF2-40B4-BE49-F238E27FC236}">
                <a16:creationId xmlns:a16="http://schemas.microsoft.com/office/drawing/2014/main" id="{257159F1-6EBA-4BDB-821F-E16ACE8D086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609586" y="4239670"/>
            <a:ext cx="1350000" cy="1350000"/>
          </a:xfrm>
          <a:prstGeom prst="ellipse">
            <a:avLst/>
          </a:prstGeom>
          <a:pattFill prst="pct5">
            <a:fgClr>
              <a:schemeClr val="accent2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es-ES"/>
              <a:t>Haga clic en el icono para agregar una imagen</a:t>
            </a:r>
            <a:endParaRPr lang="es-CO" dirty="0"/>
          </a:p>
        </p:txBody>
      </p:sp>
      <p:sp>
        <p:nvSpPr>
          <p:cNvPr id="58" name="Marcador de texto 15">
            <a:extLst>
              <a:ext uri="{FF2B5EF4-FFF2-40B4-BE49-F238E27FC236}">
                <a16:creationId xmlns:a16="http://schemas.microsoft.com/office/drawing/2014/main" id="{AA89AF54-A951-4C66-A993-B781C53C5BA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9587" y="5692892"/>
            <a:ext cx="1349999" cy="28098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59" name="Marcador de texto 15">
            <a:extLst>
              <a:ext uri="{FF2B5EF4-FFF2-40B4-BE49-F238E27FC236}">
                <a16:creationId xmlns:a16="http://schemas.microsoft.com/office/drawing/2014/main" id="{7A768996-FE25-4427-915E-6D48510D343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09587" y="6049561"/>
            <a:ext cx="1349999" cy="177125"/>
          </a:xfrm>
        </p:spPr>
        <p:txBody>
          <a:bodyPr anchor="ctr">
            <a:noAutofit/>
          </a:bodyPr>
          <a:lstStyle>
            <a:lvl1pPr marL="0" indent="0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20616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A73EA4C-2127-41AB-86D3-D82161EF6F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99499" y="1599081"/>
            <a:ext cx="1872000" cy="1872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6FB925C9-24C5-4B4A-A76D-A0B4EBA870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65950" y="4618903"/>
            <a:ext cx="2739098" cy="161069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8783C909-2EC5-48C0-B37A-4A8D7F4747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0500" y="3674799"/>
            <a:ext cx="1349999" cy="280988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77F5A078-774C-434A-A815-E8F9106F09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0500" y="4031468"/>
            <a:ext cx="1349999" cy="177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  <p:sp>
        <p:nvSpPr>
          <p:cNvPr id="14" name="Marcador de posición de imagen 8">
            <a:extLst>
              <a:ext uri="{FF2B5EF4-FFF2-40B4-BE49-F238E27FC236}">
                <a16:creationId xmlns:a16="http://schemas.microsoft.com/office/drawing/2014/main" id="{94D96538-F274-4083-BE86-0756AE280E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46182" y="1599081"/>
            <a:ext cx="1872000" cy="1872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3497CABD-66EF-45C7-B4C6-56D071A60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2633" y="4618903"/>
            <a:ext cx="2739098" cy="161069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5905934F-C9EE-4E68-B814-54351C3D44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07183" y="3674799"/>
            <a:ext cx="1349999" cy="280988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Nombre</a:t>
            </a:r>
            <a:endParaRPr lang="es-CO" dirty="0"/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3B7951A5-5E94-4C11-B6C9-D1467005EE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7183" y="4031468"/>
            <a:ext cx="1349999" cy="177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  <a:lvl2pPr>
              <a:defRPr sz="1200" b="1">
                <a:latin typeface="+mj-lt"/>
              </a:defRPr>
            </a:lvl2pPr>
            <a:lvl3pPr>
              <a:defRPr sz="1200" b="1">
                <a:latin typeface="+mj-lt"/>
              </a:defRPr>
            </a:lvl3pPr>
            <a:lvl4pPr>
              <a:defRPr sz="1200" b="1">
                <a:latin typeface="+mj-lt"/>
              </a:defRPr>
            </a:lvl4pPr>
            <a:lvl5pPr>
              <a:defRPr sz="1200" b="1">
                <a:latin typeface="+mj-lt"/>
              </a:defRPr>
            </a:lvl5pPr>
          </a:lstStyle>
          <a:p>
            <a:pPr lvl="0"/>
            <a:r>
              <a:rPr lang="es-ES" dirty="0"/>
              <a:t>Cargo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396124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78DADA91-37C0-4661-B650-87DD7DC96FFF}"/>
              </a:ext>
            </a:extLst>
          </p:cNvPr>
          <p:cNvSpPr/>
          <p:nvPr userDrawn="1"/>
        </p:nvSpPr>
        <p:spPr bwMode="auto">
          <a:xfrm>
            <a:off x="8480124" y="308677"/>
            <a:ext cx="3627590" cy="1067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CBAADD65-5FE8-4AFC-8639-51C5C14ABE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5998" cy="3459163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es-CO" dirty="0"/>
              <a:t>Insertar imagen</a:t>
            </a:r>
          </a:p>
        </p:txBody>
      </p:sp>
      <p:sp>
        <p:nvSpPr>
          <p:cNvPr id="26" name="Marcador de posición de imagen 24">
            <a:extLst>
              <a:ext uri="{FF2B5EF4-FFF2-40B4-BE49-F238E27FC236}">
                <a16:creationId xmlns:a16="http://schemas.microsoft.com/office/drawing/2014/main" id="{D3CF003B-C8E9-4B92-A883-7F48498B1F3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2" y="0"/>
            <a:ext cx="6095998" cy="3459163"/>
          </a:xfrm>
          <a:pattFill prst="pct5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>
              <a:defRPr/>
            </a:lvl1pPr>
          </a:lstStyle>
          <a:p>
            <a:r>
              <a:rPr lang="es-CO" dirty="0"/>
              <a:t>Insertar imagen</a:t>
            </a:r>
          </a:p>
        </p:txBody>
      </p:sp>
      <p:sp>
        <p:nvSpPr>
          <p:cNvPr id="27" name="Marcador de texto 4">
            <a:extLst>
              <a:ext uri="{FF2B5EF4-FFF2-40B4-BE49-F238E27FC236}">
                <a16:creationId xmlns:a16="http://schemas.microsoft.com/office/drawing/2014/main" id="{B5889111-F3AC-4686-968F-02E929DFBC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6377" y="4588707"/>
            <a:ext cx="3111305" cy="161069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28" name="Marcador de texto 4">
            <a:extLst>
              <a:ext uri="{FF2B5EF4-FFF2-40B4-BE49-F238E27FC236}">
                <a16:creationId xmlns:a16="http://schemas.microsoft.com/office/drawing/2014/main" id="{57F54311-CE19-4B49-8905-83CE065B5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6377" y="4102039"/>
            <a:ext cx="2417602" cy="365076"/>
          </a:xfrm>
        </p:spPr>
        <p:txBody>
          <a:bodyPr>
            <a:noAutofit/>
          </a:bodyPr>
          <a:lstStyle>
            <a:lvl1pPr marL="0" indent="0" algn="l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  <p:sp>
        <p:nvSpPr>
          <p:cNvPr id="30" name="Marcador de texto 4">
            <a:extLst>
              <a:ext uri="{FF2B5EF4-FFF2-40B4-BE49-F238E27FC236}">
                <a16:creationId xmlns:a16="http://schemas.microsoft.com/office/drawing/2014/main" id="{4E474151-3488-4009-8E64-F09C004E05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84315" y="4588707"/>
            <a:ext cx="3111305" cy="161069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31" name="Marcador de texto 4">
            <a:extLst>
              <a:ext uri="{FF2B5EF4-FFF2-40B4-BE49-F238E27FC236}">
                <a16:creationId xmlns:a16="http://schemas.microsoft.com/office/drawing/2014/main" id="{8DFF19C5-3000-4DBD-B40B-227D7E056B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84315" y="4102039"/>
            <a:ext cx="2417602" cy="365076"/>
          </a:xfrm>
        </p:spPr>
        <p:txBody>
          <a:bodyPr>
            <a:noAutofit/>
          </a:bodyPr>
          <a:lstStyle>
            <a:lvl1pPr marL="0" indent="0" algn="l"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26380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0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50844F96-8815-4D0E-8951-2AC9CF0DE6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81855" y="-7496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2F29EC8A-E5C2-4353-8148-6E3678DE6F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1855" y="1828799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54" name="Picture Placeholder 5">
            <a:extLst>
              <a:ext uri="{FF2B5EF4-FFF2-40B4-BE49-F238E27FC236}">
                <a16:creationId xmlns:a16="http://schemas.microsoft.com/office/drawing/2014/main" id="{EC439C6B-7736-44D4-ACCF-41AB536D1F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26661" y="-7496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55" name="Picture Placeholder 6">
            <a:extLst>
              <a:ext uri="{FF2B5EF4-FFF2-40B4-BE49-F238E27FC236}">
                <a16:creationId xmlns:a16="http://schemas.microsoft.com/office/drawing/2014/main" id="{8230909B-3692-48A7-A91E-AA1594848E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26661" y="1828799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56" name="Picture Placeholder 8">
            <a:extLst>
              <a:ext uri="{FF2B5EF4-FFF2-40B4-BE49-F238E27FC236}">
                <a16:creationId xmlns:a16="http://schemas.microsoft.com/office/drawing/2014/main" id="{12D56898-65EE-4A53-AA94-62A5FF2767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1466" y="-7496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57" name="Picture Placeholder 7">
            <a:extLst>
              <a:ext uri="{FF2B5EF4-FFF2-40B4-BE49-F238E27FC236}">
                <a16:creationId xmlns:a16="http://schemas.microsoft.com/office/drawing/2014/main" id="{1F3EB1B4-AFBE-41B2-90AB-BD1E525AEE7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71466" y="1828799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EB32A227-EB74-4155-8EED-F92E31DD41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16271" y="-7496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59" name="Picture Placeholder 10">
            <a:extLst>
              <a:ext uri="{FF2B5EF4-FFF2-40B4-BE49-F238E27FC236}">
                <a16:creationId xmlns:a16="http://schemas.microsoft.com/office/drawing/2014/main" id="{0D079F2B-EEB3-435E-8982-B43F2D1E0D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16271" y="1828799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B58843BD-9DD6-4369-B101-E2861FB78B2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61075" y="-7496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61" name="Picture Placeholder 11">
            <a:extLst>
              <a:ext uri="{FF2B5EF4-FFF2-40B4-BE49-F238E27FC236}">
                <a16:creationId xmlns:a16="http://schemas.microsoft.com/office/drawing/2014/main" id="{4FB7C9F8-0E28-48F6-826C-2D1D046D9F1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61075" y="1828799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62" name="Picture Placeholder 13">
            <a:extLst>
              <a:ext uri="{FF2B5EF4-FFF2-40B4-BE49-F238E27FC236}">
                <a16:creationId xmlns:a16="http://schemas.microsoft.com/office/drawing/2014/main" id="{9D7591E4-1667-49DA-8212-A5A742FFA7D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205883" y="-7496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63" name="Picture Placeholder 14">
            <a:extLst>
              <a:ext uri="{FF2B5EF4-FFF2-40B4-BE49-F238E27FC236}">
                <a16:creationId xmlns:a16="http://schemas.microsoft.com/office/drawing/2014/main" id="{0CDF6143-7199-42F8-BE5E-EFFC6A384C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205883" y="1828799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64" name="Picture Placeholder 1">
            <a:extLst>
              <a:ext uri="{FF2B5EF4-FFF2-40B4-BE49-F238E27FC236}">
                <a16:creationId xmlns:a16="http://schemas.microsoft.com/office/drawing/2014/main" id="{7A21E6ED-45C3-42E5-B5A1-32E6F5B1FD7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062952" y="-7496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F72765C5-AF20-4DFB-AE1D-B6410F5F80E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1062952" y="1828799"/>
            <a:ext cx="2044805" cy="183629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68" name="Marcador de texto 4">
            <a:extLst>
              <a:ext uri="{FF2B5EF4-FFF2-40B4-BE49-F238E27FC236}">
                <a16:creationId xmlns:a16="http://schemas.microsoft.com/office/drawing/2014/main" id="{16396105-7FC9-4AA5-982B-4E60E6DE78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0700" y="4942407"/>
            <a:ext cx="3111305" cy="161069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69" name="Marcador de texto 4">
            <a:extLst>
              <a:ext uri="{FF2B5EF4-FFF2-40B4-BE49-F238E27FC236}">
                <a16:creationId xmlns:a16="http://schemas.microsoft.com/office/drawing/2014/main" id="{C3AC6ABD-314A-4EF7-9F1C-8C30756A8F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0700" y="4320275"/>
            <a:ext cx="2417602" cy="365076"/>
          </a:xfrm>
        </p:spPr>
        <p:txBody>
          <a:bodyPr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  <p:sp>
        <p:nvSpPr>
          <p:cNvPr id="70" name="Marcador de texto 4">
            <a:extLst>
              <a:ext uri="{FF2B5EF4-FFF2-40B4-BE49-F238E27FC236}">
                <a16:creationId xmlns:a16="http://schemas.microsoft.com/office/drawing/2014/main" id="{C5E2EE9E-201C-4D69-B45B-F73005AA16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49770" y="4942407"/>
            <a:ext cx="3111305" cy="161069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71" name="Marcador de texto 4">
            <a:extLst>
              <a:ext uri="{FF2B5EF4-FFF2-40B4-BE49-F238E27FC236}">
                <a16:creationId xmlns:a16="http://schemas.microsoft.com/office/drawing/2014/main" id="{937D8289-428D-4337-80B8-2EEEB4CFD0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49770" y="4320275"/>
            <a:ext cx="2417602" cy="365076"/>
          </a:xfrm>
        </p:spPr>
        <p:txBody>
          <a:bodyPr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588355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1195EA97-5CBF-41B7-90E3-D240710DD4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7999"/>
          </a:xfrm>
          <a:pattFill prst="pct10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F556DF69-C4C7-4106-9586-F5B948487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30524" y="3877741"/>
            <a:ext cx="2941704" cy="181878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3E48ACC5-2614-4789-A25E-83F0D1735C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49375" y="3134836"/>
            <a:ext cx="2941704" cy="430133"/>
          </a:xfrm>
        </p:spPr>
        <p:txBody>
          <a:bodyPr>
            <a:noAutofit/>
          </a:bodyPr>
          <a:lstStyle>
            <a:lvl1pPr marL="0" indent="0" algn="l">
              <a:buNone/>
              <a:defRPr sz="2000" b="0" spc="3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885BAE-B85A-4EB2-A32A-FF4A58B100F2}"/>
              </a:ext>
            </a:extLst>
          </p:cNvPr>
          <p:cNvSpPr/>
          <p:nvPr userDrawn="1"/>
        </p:nvSpPr>
        <p:spPr bwMode="auto">
          <a:xfrm>
            <a:off x="0" y="708956"/>
            <a:ext cx="4944533" cy="916511"/>
          </a:xfrm>
          <a:prstGeom prst="rect">
            <a:avLst/>
          </a:prstGeom>
          <a:solidFill>
            <a:srgbClr val="F0EADD"/>
          </a:solidFill>
          <a:ln>
            <a:noFill/>
          </a:ln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5C6BD362-0CBC-48DC-A87A-1DAD0DFE68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0013" y="946407"/>
            <a:ext cx="2941704" cy="430133"/>
          </a:xfrm>
        </p:spPr>
        <p:txBody>
          <a:bodyPr>
            <a:noAutofit/>
          </a:bodyPr>
          <a:lstStyle>
            <a:lvl1pPr marL="0" indent="0" algn="l">
              <a:buNone/>
              <a:defRPr sz="2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Línea de tiempo</a:t>
            </a:r>
            <a:endParaRPr lang="es-CO" dirty="0"/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779206E0-0DA3-4306-BAFE-FD9573C496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14752" y="3085741"/>
            <a:ext cx="792000" cy="7920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2001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304275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">
            <a:extLst>
              <a:ext uri="{FF2B5EF4-FFF2-40B4-BE49-F238E27FC236}">
                <a16:creationId xmlns:a16="http://schemas.microsoft.com/office/drawing/2014/main" id="{87BB590D-B1E1-491F-88EB-1AD92FB393D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0"/>
            <a:ext cx="6096000" cy="3428312"/>
          </a:xfrm>
          <a:pattFill prst="pct10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20" name="Picture Placeholder 1">
            <a:extLst>
              <a:ext uri="{FF2B5EF4-FFF2-40B4-BE49-F238E27FC236}">
                <a16:creationId xmlns:a16="http://schemas.microsoft.com/office/drawing/2014/main" id="{0B3D7F76-DFB0-46E3-82F6-E1FA8783694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3429688"/>
            <a:ext cx="6096000" cy="3428312"/>
          </a:xfrm>
          <a:pattFill prst="pct10">
            <a:fgClr>
              <a:srgbClr val="00B0F0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23" name="Marcador de texto 4">
            <a:extLst>
              <a:ext uri="{FF2B5EF4-FFF2-40B4-BE49-F238E27FC236}">
                <a16:creationId xmlns:a16="http://schemas.microsoft.com/office/drawing/2014/main" id="{C1DA9820-59D7-4E33-B077-57B8FD579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8721" y="1716300"/>
            <a:ext cx="2941704" cy="181878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24" name="Marcador de texto 4">
            <a:extLst>
              <a:ext uri="{FF2B5EF4-FFF2-40B4-BE49-F238E27FC236}">
                <a16:creationId xmlns:a16="http://schemas.microsoft.com/office/drawing/2014/main" id="{45B6E2AD-A375-457A-A7C0-07D5C09D6B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5427" y="1057398"/>
            <a:ext cx="2941704" cy="430133"/>
          </a:xfrm>
        </p:spPr>
        <p:txBody>
          <a:bodyPr>
            <a:noAutofit/>
          </a:bodyPr>
          <a:lstStyle>
            <a:lvl1pPr marL="0" indent="0" algn="l">
              <a:buNone/>
              <a:defRPr sz="2000" b="0" spc="3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  <p:sp>
        <p:nvSpPr>
          <p:cNvPr id="25" name="Marcador de texto 4">
            <a:extLst>
              <a:ext uri="{FF2B5EF4-FFF2-40B4-BE49-F238E27FC236}">
                <a16:creationId xmlns:a16="http://schemas.microsoft.com/office/drawing/2014/main" id="{8AF0902F-7639-44E7-8F8B-AB9C564597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58721" y="4749668"/>
            <a:ext cx="2941704" cy="181878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26" name="Marcador de texto 4">
            <a:extLst>
              <a:ext uri="{FF2B5EF4-FFF2-40B4-BE49-F238E27FC236}">
                <a16:creationId xmlns:a16="http://schemas.microsoft.com/office/drawing/2014/main" id="{685A2A9E-BB0A-41E4-8183-29B1C2E1E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35427" y="4090766"/>
            <a:ext cx="2941704" cy="430133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s-CO" sz="2000" b="0" spc="300" dirty="0">
                <a:latin typeface="+mj-lt"/>
              </a:defRPr>
            </a:lvl1pPr>
          </a:lstStyle>
          <a:p>
            <a:pPr marL="0" lvl="0" indent="0">
              <a:buNone/>
            </a:pPr>
            <a:r>
              <a:rPr lang="es-ES" dirty="0"/>
              <a:t>Subtítulo</a:t>
            </a:r>
            <a:endParaRPr lang="es-CO" dirty="0"/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6689BEA3-65BF-4F09-93D6-9F0916873E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13600" y="1043405"/>
            <a:ext cx="792000" cy="7920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2005</a:t>
            </a:r>
            <a:endParaRPr lang="es-CO" dirty="0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B94D3691-6253-4F82-ADA9-F725F78615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13600" y="4065202"/>
            <a:ext cx="792000" cy="7920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2008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9229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3EB6D6D9-E73B-469B-8B84-4EB8FC9499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799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s-CO"/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8AA72E0B-F43D-44DA-9367-487C7264F1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34610" y="4120834"/>
            <a:ext cx="2941704" cy="181878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B05FBC92-8208-4B44-8D68-78D57842EB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11316" y="3461932"/>
            <a:ext cx="2941704" cy="430133"/>
          </a:xfrm>
        </p:spPr>
        <p:txBody>
          <a:bodyPr>
            <a:noAutofit/>
          </a:bodyPr>
          <a:lstStyle>
            <a:lvl1pPr marL="0" indent="0" algn="l">
              <a:buNone/>
              <a:defRPr sz="2000" b="0" spc="3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BFA3EFD3-12E4-470C-8B84-F5302E8E22C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13600" y="3118720"/>
            <a:ext cx="792000" cy="7920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2010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629106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Marcador de texto 4">
            <a:extLst>
              <a:ext uri="{FF2B5EF4-FFF2-40B4-BE49-F238E27FC236}">
                <a16:creationId xmlns:a16="http://schemas.microsoft.com/office/drawing/2014/main" id="{9949AEB4-D60B-4643-A097-33EB9846EB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1580" y="1108676"/>
            <a:ext cx="2941704" cy="430133"/>
          </a:xfrm>
        </p:spPr>
        <p:txBody>
          <a:bodyPr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Línea de tiempo</a:t>
            </a:r>
            <a:endParaRPr lang="es-CO" dirty="0"/>
          </a:p>
        </p:txBody>
      </p:sp>
      <p:sp>
        <p:nvSpPr>
          <p:cNvPr id="29" name="Marcador de texto 4">
            <a:extLst>
              <a:ext uri="{FF2B5EF4-FFF2-40B4-BE49-F238E27FC236}">
                <a16:creationId xmlns:a16="http://schemas.microsoft.com/office/drawing/2014/main" id="{D87A9AE0-6806-4068-8BF5-332F72E758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1580" y="1810194"/>
            <a:ext cx="4861192" cy="4253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</a:p>
          <a:p>
            <a:pPr lvl="0"/>
            <a:endParaRPr lang="es-ES" dirty="0"/>
          </a:p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30" name="Marcador de texto 4">
            <a:extLst>
              <a:ext uri="{FF2B5EF4-FFF2-40B4-BE49-F238E27FC236}">
                <a16:creationId xmlns:a16="http://schemas.microsoft.com/office/drawing/2014/main" id="{B09BF509-D3AF-41F5-9338-136F192045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52734" y="1869273"/>
            <a:ext cx="1491468" cy="4056176"/>
          </a:xfrm>
        </p:spPr>
        <p:txBody>
          <a:bodyPr vert="horz" lIns="91440" tIns="45720" rIns="91440" bIns="45720" rtlCol="0">
            <a:noAutofit/>
          </a:bodyPr>
          <a:lstStyle>
            <a:lvl1pPr algn="r">
              <a:defRPr lang="es-CO" sz="1800" b="1" spc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s-ES" dirty="0"/>
              <a:t>2004</a:t>
            </a:r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r>
              <a:rPr lang="es-ES" dirty="0"/>
              <a:t>2010</a:t>
            </a:r>
          </a:p>
          <a:p>
            <a:pPr marL="0" lv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85834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490B6BB5-1063-4BB9-A92E-B69BAC1504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1580" y="1425186"/>
            <a:ext cx="4861192" cy="4253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</a:p>
          <a:p>
            <a:pPr lvl="0"/>
            <a:endParaRPr lang="es-ES" dirty="0"/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83176ECD-3D15-49C6-A236-59A464D782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52734" y="1484265"/>
            <a:ext cx="1491468" cy="4056176"/>
          </a:xfrm>
        </p:spPr>
        <p:txBody>
          <a:bodyPr vert="horz" lIns="91440" tIns="45720" rIns="91440" bIns="45720" rtlCol="0">
            <a:noAutofit/>
          </a:bodyPr>
          <a:lstStyle>
            <a:lvl1pPr algn="r">
              <a:defRPr lang="es-CO" sz="1800" b="1" spc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s-ES" dirty="0"/>
              <a:t>2015</a:t>
            </a:r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0607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E3B7AEA7-F51F-484B-90E7-BE47C463C0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1580" y="1810194"/>
            <a:ext cx="4861192" cy="42537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s-ES" dirty="0"/>
              <a:t>Textos y contenidos de la diapositiva</a:t>
            </a:r>
          </a:p>
          <a:p>
            <a:pPr lvl="0"/>
            <a:endParaRPr lang="es-ES" dirty="0"/>
          </a:p>
          <a:p>
            <a:pPr lvl="0"/>
            <a:r>
              <a:rPr lang="es-ES" dirty="0"/>
              <a:t>Textos y contenidos de la diapositiva</a:t>
            </a:r>
            <a:endParaRPr lang="es-CO" dirty="0"/>
          </a:p>
        </p:txBody>
      </p:sp>
      <p:sp>
        <p:nvSpPr>
          <p:cNvPr id="17" name="Marcador de texto 4">
            <a:extLst>
              <a:ext uri="{FF2B5EF4-FFF2-40B4-BE49-F238E27FC236}">
                <a16:creationId xmlns:a16="http://schemas.microsoft.com/office/drawing/2014/main" id="{BE5B4A82-529D-4129-809F-F0016F43B0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52734" y="1869273"/>
            <a:ext cx="1491468" cy="4056176"/>
          </a:xfrm>
        </p:spPr>
        <p:txBody>
          <a:bodyPr vert="horz" lIns="91440" tIns="45720" rIns="91440" bIns="45720" rtlCol="0">
            <a:noAutofit/>
          </a:bodyPr>
          <a:lstStyle>
            <a:lvl1pPr algn="r">
              <a:defRPr lang="es-CO" sz="1800" b="1" spc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s-ES" dirty="0"/>
              <a:t>2017</a:t>
            </a:r>
          </a:p>
          <a:p>
            <a:pPr marL="0" lvl="0" indent="0">
              <a:buNone/>
            </a:pPr>
            <a:endParaRPr lang="es-ES" dirty="0"/>
          </a:p>
          <a:p>
            <a:pPr marL="0" lvl="0" indent="0">
              <a:buNone/>
            </a:pPr>
            <a:r>
              <a:rPr lang="es-ES" dirty="0"/>
              <a:t>2024</a:t>
            </a:r>
          </a:p>
          <a:p>
            <a:pPr marL="0" lv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2957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talla fin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05D8A86-535C-4421-A326-A08D358310F7}"/>
              </a:ext>
            </a:extLst>
          </p:cNvPr>
          <p:cNvSpPr/>
          <p:nvPr userDrawn="1"/>
        </p:nvSpPr>
        <p:spPr>
          <a:xfrm>
            <a:off x="8252460" y="0"/>
            <a:ext cx="3745651" cy="1531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D513BC9-D056-490F-8C68-2055AE46D8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4955" y="3246120"/>
            <a:ext cx="4845882" cy="381136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D1AA680-2B39-41DD-82EA-DA3650CE0B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904955" y="-171930"/>
            <a:ext cx="4845882" cy="381136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BC5E7CD-232B-47D4-B086-5D22A9B6C534}"/>
              </a:ext>
            </a:extLst>
          </p:cNvPr>
          <p:cNvSpPr txBox="1">
            <a:spLocks/>
          </p:cNvSpPr>
          <p:nvPr userDrawn="1"/>
        </p:nvSpPr>
        <p:spPr>
          <a:xfrm>
            <a:off x="1179100" y="163574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000" kern="120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s-ES" sz="10000" dirty="0"/>
              <a:t>¡Gracias!</a:t>
            </a:r>
            <a:endParaRPr lang="es-CO" sz="10000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F48FBAC7-8B2A-418D-824A-215EF8611468}"/>
              </a:ext>
            </a:extLst>
          </p:cNvPr>
          <p:cNvGrpSpPr/>
          <p:nvPr userDrawn="1"/>
        </p:nvGrpSpPr>
        <p:grpSpPr>
          <a:xfrm>
            <a:off x="1947196" y="4127462"/>
            <a:ext cx="5532196" cy="338554"/>
            <a:chOff x="1204656" y="5693202"/>
            <a:chExt cx="5532196" cy="338554"/>
          </a:xfrm>
        </p:grpSpPr>
        <p:sp>
          <p:nvSpPr>
            <p:cNvPr id="18" name="10 Rectángulo">
              <a:extLst>
                <a:ext uri="{FF2B5EF4-FFF2-40B4-BE49-F238E27FC236}">
                  <a16:creationId xmlns:a16="http://schemas.microsoft.com/office/drawing/2014/main" id="{2C0016DA-47AC-4EEF-BB1E-4F298A8F566A}"/>
                </a:ext>
              </a:extLst>
            </p:cNvPr>
            <p:cNvSpPr/>
            <p:nvPr/>
          </p:nvSpPr>
          <p:spPr>
            <a:xfrm>
              <a:off x="1491977" y="5693202"/>
              <a:ext cx="27895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1600" b="1" kern="700" spc="0" baseline="0" dirty="0">
                  <a:solidFill>
                    <a:schemeClr val="bg1"/>
                  </a:solidFill>
                  <a:latin typeface="+mj-lt"/>
                  <a:ea typeface="Inter SemiBold" panose="02000503000000020004" pitchFamily="2" charset="0"/>
                  <a:cs typeface="Arial" panose="020B0604020202020204" pitchFamily="34" charset="0"/>
                </a:rPr>
                <a:t>@</a:t>
              </a:r>
              <a:r>
                <a:rPr lang="es-ES" sz="1600" b="1" kern="700" spc="0" baseline="0" dirty="0" err="1">
                  <a:solidFill>
                    <a:schemeClr val="bg1"/>
                  </a:solidFill>
                  <a:latin typeface="+mj-lt"/>
                  <a:ea typeface="Inter SemiBold" panose="02000503000000020004" pitchFamily="2" charset="0"/>
                  <a:cs typeface="Arial" panose="020B0604020202020204" pitchFamily="34" charset="0"/>
                </a:rPr>
                <a:t>CienciasIngenieriaEAFIT</a:t>
              </a:r>
              <a:endParaRPr lang="es-ES" sz="1600" b="1" kern="700" spc="0" baseline="0" dirty="0">
                <a:solidFill>
                  <a:schemeClr val="bg1"/>
                </a:solidFill>
                <a:latin typeface="+mj-lt"/>
                <a:ea typeface="Inter SemiBold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6" name="10 Rectángulo">
              <a:extLst>
                <a:ext uri="{FF2B5EF4-FFF2-40B4-BE49-F238E27FC236}">
                  <a16:creationId xmlns:a16="http://schemas.microsoft.com/office/drawing/2014/main" id="{73C7A561-1840-4234-8B45-9FC53B32A442}"/>
                </a:ext>
              </a:extLst>
            </p:cNvPr>
            <p:cNvSpPr/>
            <p:nvPr/>
          </p:nvSpPr>
          <p:spPr>
            <a:xfrm>
              <a:off x="5157574" y="5693202"/>
              <a:ext cx="15792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sz="1600" b="1" dirty="0">
                  <a:solidFill>
                    <a:schemeClr val="bg1"/>
                  </a:solidFill>
                  <a:latin typeface="+mj-lt"/>
                  <a:ea typeface="Inter SemiBold" panose="02000503000000020004" pitchFamily="2" charset="0"/>
                  <a:cs typeface="Arial" panose="020B0604020202020204" pitchFamily="34" charset="0"/>
                </a:rPr>
                <a:t>@CAEI_EAFIT</a:t>
              </a:r>
            </a:p>
          </p:txBody>
        </p:sp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B2822DBC-F3F1-4A01-BDD7-3A8EEBFE2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4656" y="5718479"/>
              <a:ext cx="288000" cy="288000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3551364-FF0D-40EF-8B4C-A9AC1666B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92524" y="5718479"/>
              <a:ext cx="288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22156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>
            <a:extLst>
              <a:ext uri="{FF2B5EF4-FFF2-40B4-BE49-F238E27FC236}">
                <a16:creationId xmlns:a16="http://schemas.microsoft.com/office/drawing/2014/main" id="{575DA2EF-8235-4234-8DAE-3BEFBBBE51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FD6F46-2102-471D-8E68-EA75AC2BE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586C15-1167-4B7C-B777-A54ABC122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AFAF39-3662-7014-8181-4F88E0C85D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73664"/>
            <a:ext cx="3471572" cy="9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068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6335EC85-6C52-4F50-AEC8-FED48CAE2705}"/>
              </a:ext>
            </a:extLst>
          </p:cNvPr>
          <p:cNvGrpSpPr/>
          <p:nvPr userDrawn="1"/>
        </p:nvGrpSpPr>
        <p:grpSpPr>
          <a:xfrm>
            <a:off x="7018638" y="0"/>
            <a:ext cx="5173362" cy="6858000"/>
            <a:chOff x="7018638" y="0"/>
            <a:chExt cx="5173362" cy="6858000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1A89F8FE-403F-49E8-83B7-EF55285F1EB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57567"/>
            <a:stretch/>
          </p:blipFill>
          <p:spPr>
            <a:xfrm>
              <a:off x="7018638" y="0"/>
              <a:ext cx="5173362" cy="6858000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A750405-E99F-404A-A69E-349658A4634D}"/>
                </a:ext>
              </a:extLst>
            </p:cNvPr>
            <p:cNvSpPr/>
            <p:nvPr userDrawn="1"/>
          </p:nvSpPr>
          <p:spPr>
            <a:xfrm>
              <a:off x="11041997" y="6229717"/>
              <a:ext cx="993866" cy="491758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F82B5A3-2BDE-4AB9-8823-C2D1B30A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407" y="1119484"/>
            <a:ext cx="5876109" cy="1986189"/>
          </a:xfrm>
        </p:spPr>
        <p:txBody>
          <a:bodyPr/>
          <a:lstStyle>
            <a:lvl1pPr>
              <a:defRPr b="1">
                <a:solidFill>
                  <a:srgbClr val="00006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22781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E98A4B93-D213-4EC8-B47C-0CBC40CD5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B05EF48-2969-6FB9-8746-AAF3D016B3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8725" y="2834005"/>
            <a:ext cx="3471572" cy="96139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5A6A989-CBEB-23B5-4263-872F546C22E8}"/>
              </a:ext>
            </a:extLst>
          </p:cNvPr>
          <p:cNvSpPr/>
          <p:nvPr userDrawn="1"/>
        </p:nvSpPr>
        <p:spPr>
          <a:xfrm>
            <a:off x="10505661" y="4393096"/>
            <a:ext cx="1686339" cy="2464904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07AEE35-B51C-3C6C-DE30-27CB2754A592}"/>
              </a:ext>
            </a:extLst>
          </p:cNvPr>
          <p:cNvSpPr/>
          <p:nvPr userDrawn="1"/>
        </p:nvSpPr>
        <p:spPr>
          <a:xfrm rot="5400000">
            <a:off x="10545665" y="5426766"/>
            <a:ext cx="1174473" cy="1687995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A3AB32-B9D5-4616-9675-0549DB23E02F}"/>
              </a:ext>
            </a:extLst>
          </p:cNvPr>
          <p:cNvSpPr txBox="1"/>
          <p:nvPr userDrawn="1"/>
        </p:nvSpPr>
        <p:spPr>
          <a:xfrm>
            <a:off x="10288904" y="3429000"/>
            <a:ext cx="608059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9000" b="1">
                <a:solidFill>
                  <a:srgbClr val="155FDE"/>
                </a:solidFill>
                <a:latin typeface="Inter Black" panose="02000503000000020004" pitchFamily="2" charset="0"/>
                <a:ea typeface="Inter Black" panose="02000503000000020004" pitchFamily="2" charset="0"/>
              </a:rPr>
              <a:t>o</a:t>
            </a:r>
            <a:endParaRPr lang="es-CO" sz="29000" b="1">
              <a:solidFill>
                <a:srgbClr val="155FDE"/>
              </a:solidFill>
              <a:latin typeface="Inter Black" panose="02000503000000020004" pitchFamily="2" charset="0"/>
              <a:ea typeface="Inter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3271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1C13B-6AF2-14A2-3819-66BAE35E6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C95E09-135E-D342-7534-A13893CAD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AF7FD9-DBBC-35C5-2F0D-8F0442D2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01FF0-55B8-470B-8568-136B502895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879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277EFF-81D6-4399-94F5-9050367D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8E3F45-73BC-49DA-B1F6-C887C853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F51B61-2B69-4058-BC72-3AE26B4DE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BFBB2-C06F-4D7A-A410-AFAC6ED9F7FD}" type="datetimeFigureOut">
              <a:rPr lang="es-CO" smtClean="0"/>
              <a:t>24/02/2026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298DFF-B8CC-4501-AD3A-15C25872D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A70FBC-AF32-475A-87BF-B685E2C84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E1D78-0836-474F-AF2E-8E53759C22B3}" type="slidenum">
              <a:rPr lang="es-CO" smtClean="0"/>
              <a:t>‹Nº›</a:t>
            </a:fld>
            <a:endParaRPr lang="es-CO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CF523C5-58C9-4DAA-B9A6-4FC02A29CB86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0429" y="204470"/>
            <a:ext cx="3471572" cy="9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6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62" r:id="rId5"/>
    <p:sldLayoutId id="2147483663" r:id="rId6"/>
    <p:sldLayoutId id="2147483664" r:id="rId7"/>
    <p:sldLayoutId id="2147483665" r:id="rId8"/>
    <p:sldLayoutId id="2147483689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90" r:id="rId21"/>
    <p:sldLayoutId id="2147483677" r:id="rId22"/>
    <p:sldLayoutId id="2147483691" r:id="rId23"/>
    <p:sldLayoutId id="2147483692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93" r:id="rId34"/>
    <p:sldLayoutId id="2147483694" r:id="rId35"/>
    <p:sldLayoutId id="2147483695" r:id="rId36"/>
    <p:sldLayoutId id="2147483696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12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28D8A-ED56-4D0E-9CC7-B87F686A4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2845" y="-164491"/>
            <a:ext cx="8506308" cy="3332905"/>
          </a:xfrm>
        </p:spPr>
        <p:txBody>
          <a:bodyPr/>
          <a:lstStyle/>
          <a:p>
            <a:r>
              <a:rPr lang="es-ES" sz="3200" noProof="0" dirty="0">
                <a:solidFill>
                  <a:schemeClr val="tx1"/>
                </a:solidFill>
              </a:rPr>
              <a:t>Superresolución de imágenes médicas a partir de datos de baja calidad utilizando un SRGAN condicional</a:t>
            </a:r>
            <a:endParaRPr lang="es-CO" sz="3200" noProof="0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24C731-E3FD-454B-AD25-CBC5AEA92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689586"/>
            <a:ext cx="6400799" cy="3168414"/>
          </a:xfrm>
        </p:spPr>
        <p:txBody>
          <a:bodyPr>
            <a:normAutofit/>
          </a:bodyPr>
          <a:lstStyle/>
          <a:p>
            <a:r>
              <a:rPr lang="es-CO" noProof="0" dirty="0"/>
              <a:t>Juan Angel Gamez Diaz.</a:t>
            </a:r>
          </a:p>
          <a:p>
            <a:r>
              <a:rPr lang="es-CO" dirty="0"/>
              <a:t>Tutor</a:t>
            </a:r>
            <a:r>
              <a:rPr lang="en-US" dirty="0"/>
              <a:t>: Raul Andres Casta</a:t>
            </a:r>
            <a:r>
              <a:rPr lang="es-CO" dirty="0" err="1"/>
              <a:t>ñeda</a:t>
            </a:r>
            <a:endParaRPr lang="es-CO" noProof="0" dirty="0"/>
          </a:p>
          <a:p>
            <a:pPr>
              <a:lnSpc>
                <a:spcPct val="100000"/>
              </a:lnSpc>
            </a:pPr>
            <a:r>
              <a:rPr lang="es-CO" noProof="0" dirty="0"/>
              <a:t>Proyecto Avanzado II.</a:t>
            </a:r>
          </a:p>
          <a:p>
            <a:pPr>
              <a:lnSpc>
                <a:spcPct val="100000"/>
              </a:lnSpc>
            </a:pPr>
            <a:r>
              <a:rPr lang="es-CO" noProof="0" dirty="0"/>
              <a:t>Ingeniería Física</a:t>
            </a:r>
          </a:p>
          <a:p>
            <a:pPr>
              <a:lnSpc>
                <a:spcPct val="100000"/>
              </a:lnSpc>
            </a:pPr>
            <a:r>
              <a:rPr lang="es-CO" noProof="0" dirty="0"/>
              <a:t>2026-1</a:t>
            </a:r>
          </a:p>
        </p:txBody>
      </p:sp>
    </p:spTree>
    <p:extLst>
      <p:ext uri="{BB962C8B-B14F-4D97-AF65-F5344CB8AC3E}">
        <p14:creationId xmlns:p14="http://schemas.microsoft.com/office/powerpoint/2010/main" val="1150118221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AA153BB9-C444-DEB4-96F1-4B1FE9FA2084}"/>
              </a:ext>
            </a:extLst>
          </p:cNvPr>
          <p:cNvSpPr txBox="1">
            <a:spLocks/>
          </p:cNvSpPr>
          <p:nvPr/>
        </p:nvSpPr>
        <p:spPr>
          <a:xfrm>
            <a:off x="671805" y="1115232"/>
            <a:ext cx="11316290" cy="5024331"/>
          </a:xfrm>
          <a:prstGeom prst="rect">
            <a:avLst/>
          </a:prstGeom>
        </p:spPr>
        <p:txBody>
          <a:bodyPr numCol="2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Clr>
                <a:srgbClr val="00A0D7"/>
              </a:buClr>
              <a:buSzPct val="120000"/>
              <a:buFont typeface="+mj-lt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Planteamiento del problema.</a:t>
            </a: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Objetivos.</a:t>
            </a: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Antecedentes.</a:t>
            </a: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Justificación.</a:t>
            </a:r>
            <a:endParaRPr lang="es-CO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Alcance.</a:t>
            </a: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Metodología.</a:t>
            </a: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Cronograma.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Presupuesto</a:t>
            </a: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noProof="0" dirty="0">
                <a:latin typeface="Arial" panose="020B0604020202020204" pitchFamily="34" charset="0"/>
                <a:cs typeface="Arial" panose="020B0604020202020204" pitchFamily="34" charset="0"/>
              </a:rPr>
              <a:t>Propiedad Intelectual</a:t>
            </a:r>
            <a:endParaRPr lang="es-CO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00A0D7"/>
              </a:buClr>
              <a:buFont typeface="Arial" panose="020B0604020202020204" pitchFamily="34" charset="0"/>
              <a:buAutoNum type="arabicPeriod"/>
            </a:pPr>
            <a:r>
              <a:rPr lang="es-CO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Referencias</a:t>
            </a:r>
            <a:endParaRPr lang="es-CO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5B6F85-DD48-CDCC-39FA-3DB91973192A}"/>
              </a:ext>
            </a:extLst>
          </p:cNvPr>
          <p:cNvSpPr txBox="1">
            <a:spLocks/>
          </p:cNvSpPr>
          <p:nvPr/>
        </p:nvSpPr>
        <p:spPr>
          <a:xfrm>
            <a:off x="4693711" y="546784"/>
            <a:ext cx="2471950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839EAC8-4B0E-B5AF-0636-37758E3A19E4}"/>
              </a:ext>
            </a:extLst>
          </p:cNvPr>
          <p:cNvCxnSpPr>
            <a:cxnSpLocks/>
          </p:cNvCxnSpPr>
          <p:nvPr/>
        </p:nvCxnSpPr>
        <p:spPr>
          <a:xfrm>
            <a:off x="2175026" y="1024621"/>
            <a:ext cx="7509321" cy="0"/>
          </a:xfrm>
          <a:prstGeom prst="line">
            <a:avLst/>
          </a:prstGeom>
          <a:ln w="28575">
            <a:solidFill>
              <a:srgbClr val="00A0D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06F4CB4-0D6A-AAE6-3A66-1215740579FC}"/>
              </a:ext>
            </a:extLst>
          </p:cNvPr>
          <p:cNvCxnSpPr>
            <a:cxnSpLocks/>
          </p:cNvCxnSpPr>
          <p:nvPr/>
        </p:nvCxnSpPr>
        <p:spPr>
          <a:xfrm>
            <a:off x="2175026" y="446388"/>
            <a:ext cx="7509321" cy="0"/>
          </a:xfrm>
          <a:prstGeom prst="line">
            <a:avLst/>
          </a:prstGeom>
          <a:ln w="28575">
            <a:solidFill>
              <a:srgbClr val="00A0D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C6A0EFC-2461-82CE-F55C-0F4C55313156}"/>
              </a:ext>
            </a:extLst>
          </p:cNvPr>
          <p:cNvCxnSpPr>
            <a:cxnSpLocks/>
          </p:cNvCxnSpPr>
          <p:nvPr/>
        </p:nvCxnSpPr>
        <p:spPr>
          <a:xfrm>
            <a:off x="5929686" y="1115232"/>
            <a:ext cx="0" cy="4890987"/>
          </a:xfrm>
          <a:prstGeom prst="line">
            <a:avLst/>
          </a:prstGeom>
          <a:ln w="28575">
            <a:solidFill>
              <a:srgbClr val="00A0D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A717205-4FBA-0BE9-7543-2802A75FCF1C}"/>
              </a:ext>
            </a:extLst>
          </p:cNvPr>
          <p:cNvSpPr txBox="1"/>
          <p:nvPr/>
        </p:nvSpPr>
        <p:spPr>
          <a:xfrm>
            <a:off x="11831809" y="77056"/>
            <a:ext cx="312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2201FF0-55B8-470B-8568-136B5028958E}" type="slidenum">
              <a:rPr lang="es-CO" sz="18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s-CO" sz="18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0E90761-9FEB-136A-4FEF-48B2918C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4" y="6139563"/>
            <a:ext cx="271500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4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567A-40F2-29A5-39FA-FC80778C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C5110-FFF5-4ACE-D2B9-B7AEDF3B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noProof="0" dirty="0"/>
              <a:t>PLANTEAMIENTO DEL PROBLEMA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FCEAB3D7-EADE-03A4-9ACD-884E1579D8CC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479467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4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935B991-6290-23A0-D220-19685C9E5280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5738D18-2A3A-E5EE-3249-A16A760F1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48088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79D6EB-98F8-0F7F-26A0-C4B7AE223CDD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1EB7671-F46A-3F2F-0486-E9709C41E1D0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A022AC9-ECD8-3205-F3BA-4FD143D55AD3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702827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4">
            <a:extLst>
              <a:ext uri="{FF2B5EF4-FFF2-40B4-BE49-F238E27FC236}">
                <a16:creationId xmlns:a16="http://schemas.microsoft.com/office/drawing/2014/main" id="{DE90661E-EDA4-4550-A795-580B81B0291E}"/>
              </a:ext>
            </a:extLst>
          </p:cNvPr>
          <p:cNvCxnSpPr>
            <a:cxnSpLocks/>
          </p:cNvCxnSpPr>
          <p:nvPr/>
        </p:nvCxnSpPr>
        <p:spPr>
          <a:xfrm>
            <a:off x="961992" y="1331060"/>
            <a:ext cx="10268014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51C1FD74-EDFC-83C4-946B-287B2372F5AD}"/>
              </a:ext>
            </a:extLst>
          </p:cNvPr>
          <p:cNvSpPr txBox="1"/>
          <p:nvPr/>
        </p:nvSpPr>
        <p:spPr>
          <a:xfrm>
            <a:off x="719247" y="1470817"/>
            <a:ext cx="110753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00A0D7"/>
              </a:buClr>
            </a:pPr>
            <a:r>
              <a:rPr lang="es-ES" dirty="0"/>
              <a:t>El alto costo y la baja disponibilidad de sistemas de adquisición de imágenes médicas limitan el acceso a datos de calidad para el desarrollo y aplicación de modelos de inteligencia artificial.</a:t>
            </a:r>
          </a:p>
          <a:p>
            <a:pPr algn="just">
              <a:buClr>
                <a:srgbClr val="00A0D7"/>
              </a:buClr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Pregunta de investigación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¿En qué medida los métodos de reconstrucción basados en </a:t>
            </a:r>
            <a:r>
              <a:rPr 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 permiten mejorar la calidad de imágenes médicas degradadas, preservando estructuras de interés clínico y reduciendo la generación de información no fisiológica en procesos de análisis automatizado?</a:t>
            </a:r>
            <a:endParaRPr lang="es-CO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F823776-E389-EBD9-02AE-A095A25BD45E}"/>
              </a:ext>
            </a:extLst>
          </p:cNvPr>
          <p:cNvSpPr txBox="1"/>
          <p:nvPr/>
        </p:nvSpPr>
        <p:spPr>
          <a:xfrm>
            <a:off x="196601" y="6219283"/>
            <a:ext cx="5899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noProof="0" dirty="0"/>
              <a:t>1.1 </a:t>
            </a:r>
            <a:r>
              <a:rPr lang="es-CO" sz="1400" dirty="0"/>
              <a:t>https://theaisummer.com/medical-imaging-transfer-learning/</a:t>
            </a:r>
            <a:endParaRPr lang="es-CO" sz="1400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DA36F5-4B8A-FB17-571F-19850364F61C}"/>
              </a:ext>
            </a:extLst>
          </p:cNvPr>
          <p:cNvSpPr txBox="1"/>
          <p:nvPr/>
        </p:nvSpPr>
        <p:spPr>
          <a:xfrm>
            <a:off x="2430919" y="3037762"/>
            <a:ext cx="454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noProof="0" dirty="0">
                <a:solidFill>
                  <a:srgbClr val="041680"/>
                </a:solidFill>
              </a:rPr>
              <a:t>1.1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6925C7-CA90-8E67-2F0F-B699E210881F}"/>
              </a:ext>
            </a:extLst>
          </p:cNvPr>
          <p:cNvSpPr txBox="1"/>
          <p:nvPr/>
        </p:nvSpPr>
        <p:spPr>
          <a:xfrm>
            <a:off x="2658117" y="5838330"/>
            <a:ext cx="771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noProof="0" dirty="0"/>
              <a:t>1. C</a:t>
            </a:r>
            <a:r>
              <a:rPr lang="es-CO" dirty="0" err="1"/>
              <a:t>ontextos</a:t>
            </a:r>
            <a:r>
              <a:rPr lang="es-CO" dirty="0"/>
              <a:t> médicos que utilizan imágenes para diagnósticos</a:t>
            </a:r>
            <a:r>
              <a:rPr lang="es-CO" noProof="0" dirty="0"/>
              <a:t>.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D8C9DF8-FCB8-EF06-BB81-533362780CB0}"/>
              </a:ext>
            </a:extLst>
          </p:cNvPr>
          <p:cNvSpPr txBox="1">
            <a:spLocks/>
          </p:cNvSpPr>
          <p:nvPr/>
        </p:nvSpPr>
        <p:spPr>
          <a:xfrm>
            <a:off x="961991" y="835004"/>
            <a:ext cx="10268014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Planteamiento del problema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F8ED593-C901-B7C8-05A8-A14FDA666EEB}"/>
              </a:ext>
            </a:extLst>
          </p:cNvPr>
          <p:cNvSpPr txBox="1"/>
          <p:nvPr/>
        </p:nvSpPr>
        <p:spPr>
          <a:xfrm>
            <a:off x="10148009" y="3049730"/>
            <a:ext cx="454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noProof="0" dirty="0">
                <a:solidFill>
                  <a:srgbClr val="041680"/>
                </a:solidFill>
              </a:rPr>
              <a:t>1.2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B0F48EB-5E41-3A76-4947-E5A8BA50E9FF}"/>
              </a:ext>
            </a:extLst>
          </p:cNvPr>
          <p:cNvSpPr txBox="1"/>
          <p:nvPr/>
        </p:nvSpPr>
        <p:spPr>
          <a:xfrm>
            <a:off x="196601" y="6400800"/>
            <a:ext cx="7040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noProof="0" dirty="0"/>
              <a:t>1.2 </a:t>
            </a:r>
            <a:r>
              <a:rPr lang="es-CO" sz="1400" dirty="0"/>
              <a:t>https://knowledgetransfer.web.cern.ch/competences/medical-imaging</a:t>
            </a:r>
            <a:endParaRPr lang="es-CO" sz="1400" noProof="0" dirty="0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BC8FEA2D-8DA2-485A-9012-64E6EDDE0823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479467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Medical Imaging | Knowledge Transfer">
            <a:extLst>
              <a:ext uri="{FF2B5EF4-FFF2-40B4-BE49-F238E27FC236}">
                <a16:creationId xmlns:a16="http://schemas.microsoft.com/office/drawing/2014/main" id="{C15B4B76-BB99-199C-C0E5-B4904771D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797" y="3049730"/>
            <a:ext cx="3639551" cy="273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ansfer learning in medical imaging: classification and segmentation | AI  Summer">
            <a:extLst>
              <a:ext uri="{FF2B5EF4-FFF2-40B4-BE49-F238E27FC236}">
                <a16:creationId xmlns:a16="http://schemas.microsoft.com/office/drawing/2014/main" id="{85642D97-C269-6F04-69FE-48D501175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992" y="3049730"/>
            <a:ext cx="2699592" cy="268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59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74933-B9B8-0781-9C77-73C36721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B1F56-0F72-A370-0F49-027F57A1A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noProof="0" dirty="0"/>
              <a:t>OBJETIVOS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96F94929-1306-FE51-B40B-A2188C3EF3E2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479467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6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BA57F90-51E7-33CC-E47C-D008D65ABF1B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CE0A8F2E-AB8B-69BE-74F7-F7870241D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BE22534-53C3-CD14-763B-9D82E4F92CEE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9E3C96E-B7A6-1F12-B30A-FB8477F4CE65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5BF5330-73B1-B29A-CF18-CFF545109297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412391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ACA92-AF38-D1C6-6516-2EB199D8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20282103-DE93-6854-1EC0-44E682D7B911}"/>
              </a:ext>
            </a:extLst>
          </p:cNvPr>
          <p:cNvSpPr txBox="1">
            <a:spLocks/>
          </p:cNvSpPr>
          <p:nvPr/>
        </p:nvSpPr>
        <p:spPr>
          <a:xfrm>
            <a:off x="4434789" y="493386"/>
            <a:ext cx="3322421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general.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025BEBC-B2DD-A39E-A746-3AF4EA0EDEC9}"/>
              </a:ext>
            </a:extLst>
          </p:cNvPr>
          <p:cNvSpPr txBox="1"/>
          <p:nvPr/>
        </p:nvSpPr>
        <p:spPr>
          <a:xfrm>
            <a:off x="321552" y="971223"/>
            <a:ext cx="113421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dirty="0"/>
              <a:t>Desarrollar y evaluar un enfoque de reconstrucción de imágenes basado en un modelo SRGAN para imágenes médicas degradadas, con el fin de recuperar información visual y estructural relevante que permita el análisis automatizado a partir de datos de baja calidad.</a:t>
            </a:r>
            <a:endParaRPr lang="es-CO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141FC307-ADE4-2559-1372-3C229C3BFCD5}"/>
              </a:ext>
            </a:extLst>
          </p:cNvPr>
          <p:cNvSpPr txBox="1">
            <a:spLocks/>
          </p:cNvSpPr>
          <p:nvPr/>
        </p:nvSpPr>
        <p:spPr>
          <a:xfrm>
            <a:off x="3974659" y="2417773"/>
            <a:ext cx="4242680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específicos.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EEC140-8B3C-FFB2-F113-51679A1AF539}"/>
              </a:ext>
            </a:extLst>
          </p:cNvPr>
          <p:cNvSpPr txBox="1"/>
          <p:nvPr/>
        </p:nvSpPr>
        <p:spPr>
          <a:xfrm>
            <a:off x="321551" y="2976383"/>
            <a:ext cx="113421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Definir una referencia de imágenes médicas de alta calidad que permita la evaluación objetiva del desempeño de la reconstrucción bajo condiciones controladas de degradación.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Investigar la viabilidad de combinar enfoques de superresolución basados en aprendizaje adversarial (SRGAN) con métodos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zero-shot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con el propósito de mejorar la resolución de imágenes médicas degradadas, mitigando la introducción de información no verídica mediante criterios de consistencia y evaluación cuantitativa.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Evaluar la capacidad de modelos de reconstrucción basados en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como U-Net o SRGAN condicional, en escenarios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zero-shot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para recuperar la calidad de imagen y características clínicamente relevantes a partir de imágenes médicas degradadas, utilizando criterios cuantitativos y cualitativos</a:t>
            </a:r>
            <a:endParaRPr lang="es-CO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Marcador de número de diapositiva 5">
            <a:extLst>
              <a:ext uri="{FF2B5EF4-FFF2-40B4-BE49-F238E27FC236}">
                <a16:creationId xmlns:a16="http://schemas.microsoft.com/office/drawing/2014/main" id="{1AB5E61D-0F39-C128-3A9B-2771E0C3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8392" y="5963920"/>
            <a:ext cx="2743200" cy="365125"/>
          </a:xfrm>
        </p:spPr>
        <p:txBody>
          <a:bodyPr/>
          <a:lstStyle/>
          <a:p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598363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2ABC5-FAA0-16CA-40A7-BDBFA8ED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4F3BA-DD08-039D-11E4-8D3F38CE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noProof="0" dirty="0"/>
              <a:t>ANTECEDENTES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6540D0AF-CDBD-8C0F-D754-2929B31D3D3F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479467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8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D3B72C4-72D2-F898-D776-6F30D57A1853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642B9B9F-07D5-433F-2068-3F4EFA54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98D3768-E71F-93C9-41A8-20B40C77D76B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4F33F11-CD1B-6D66-732F-8CA1ABCE521E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00F4DF2-2C4F-71C1-CC94-C8635306CF58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813086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63F4-6DE5-AE93-1540-84E00DC9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4">
            <a:extLst>
              <a:ext uri="{FF2B5EF4-FFF2-40B4-BE49-F238E27FC236}">
                <a16:creationId xmlns:a16="http://schemas.microsoft.com/office/drawing/2014/main" id="{35E1D9C1-B348-3747-F8FF-3ED6114A4BA3}"/>
              </a:ext>
            </a:extLst>
          </p:cNvPr>
          <p:cNvCxnSpPr>
            <a:cxnSpLocks/>
          </p:cNvCxnSpPr>
          <p:nvPr/>
        </p:nvCxnSpPr>
        <p:spPr>
          <a:xfrm>
            <a:off x="191978" y="1154790"/>
            <a:ext cx="6036245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B0B7B327-2CEB-7C86-73EC-1DCBD6FF47DB}"/>
              </a:ext>
            </a:extLst>
          </p:cNvPr>
          <p:cNvSpPr txBox="1"/>
          <p:nvPr/>
        </p:nvSpPr>
        <p:spPr>
          <a:xfrm>
            <a:off x="191978" y="1576287"/>
            <a:ext cx="56682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Los enfoques basados en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han demostrado una alta capacidad para mejorar y reconstruir imágenes médicas, siendo la calidad de la imagen un factor crítico para la confiabilidad y generalización de los sistemas de análisis automatizado.</a:t>
            </a: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médicos públicos suelen adquirirse con equipos de alta gama y bajo condiciones ideales, lo que limita su representatividad frente a imágenes obtenidas con sistemas simplificados o de bajo costo.</a:t>
            </a:r>
            <a:endParaRPr lang="es-CO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C669A7A-D94F-EA16-A90E-4C6ACEF61374}"/>
              </a:ext>
            </a:extLst>
          </p:cNvPr>
          <p:cNvSpPr txBox="1"/>
          <p:nvPr/>
        </p:nvSpPr>
        <p:spPr>
          <a:xfrm>
            <a:off x="196602" y="5881402"/>
            <a:ext cx="80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noProof="0" dirty="0"/>
              <a:t>2.1 [</a:t>
            </a:r>
            <a:r>
              <a:rPr lang="es-CO" sz="1400" dirty="0"/>
              <a:t>1</a:t>
            </a:r>
            <a:r>
              <a:rPr lang="es-CO" sz="1400" noProof="0" dirty="0"/>
              <a:t>]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9285187-09FF-5AF7-B09D-5ACD3BBBB669}"/>
              </a:ext>
            </a:extLst>
          </p:cNvPr>
          <p:cNvSpPr txBox="1"/>
          <p:nvPr/>
        </p:nvSpPr>
        <p:spPr>
          <a:xfrm>
            <a:off x="11609499" y="1764911"/>
            <a:ext cx="454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noProof="0" dirty="0">
                <a:solidFill>
                  <a:srgbClr val="041680"/>
                </a:solidFill>
              </a:rPr>
              <a:t>2.1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EBDD41E-2135-1167-B0D3-005AC0F1D5B4}"/>
              </a:ext>
            </a:extLst>
          </p:cNvPr>
          <p:cNvSpPr txBox="1"/>
          <p:nvPr/>
        </p:nvSpPr>
        <p:spPr>
          <a:xfrm>
            <a:off x="6327838" y="5323297"/>
            <a:ext cx="5131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noProof="0" dirty="0"/>
              <a:t>2. Antecedentes en aplicaciones de super-resolución.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B753F072-5F01-FC67-32B9-EA0639E407A7}"/>
              </a:ext>
            </a:extLst>
          </p:cNvPr>
          <p:cNvSpPr txBox="1">
            <a:spLocks/>
          </p:cNvSpPr>
          <p:nvPr/>
        </p:nvSpPr>
        <p:spPr>
          <a:xfrm>
            <a:off x="510323" y="688057"/>
            <a:ext cx="5570126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Antecedentes</a:t>
            </a:r>
            <a:endParaRPr lang="es-CO" sz="3000" b="1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721B5A8-8AED-929E-FA0F-A712EB3AFA8E}"/>
              </a:ext>
            </a:extLst>
          </p:cNvPr>
          <p:cNvSpPr txBox="1"/>
          <p:nvPr/>
        </p:nvSpPr>
        <p:spPr>
          <a:xfrm>
            <a:off x="196601" y="6090923"/>
            <a:ext cx="80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noProof="0" dirty="0"/>
              <a:t>2.2 [</a:t>
            </a:r>
            <a:r>
              <a:rPr lang="es-CO" sz="1400" dirty="0"/>
              <a:t>1</a:t>
            </a:r>
            <a:r>
              <a:rPr lang="es-CO" sz="1400" noProof="0" dirty="0"/>
              <a:t>]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8C55277-6A82-6C1F-E4AE-B157F11BA254}"/>
              </a:ext>
            </a:extLst>
          </p:cNvPr>
          <p:cNvSpPr txBox="1"/>
          <p:nvPr/>
        </p:nvSpPr>
        <p:spPr>
          <a:xfrm>
            <a:off x="11691257" y="3552451"/>
            <a:ext cx="454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noProof="0" dirty="0">
                <a:solidFill>
                  <a:srgbClr val="041680"/>
                </a:solidFill>
              </a:rPr>
              <a:t>2.2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99C585-BEDF-4E47-B2FA-9C49F9456AF4}"/>
              </a:ext>
            </a:extLst>
          </p:cNvPr>
          <p:cNvSpPr txBox="1"/>
          <p:nvPr/>
        </p:nvSpPr>
        <p:spPr>
          <a:xfrm>
            <a:off x="5566021" y="4814417"/>
            <a:ext cx="454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noProof="0" dirty="0">
                <a:solidFill>
                  <a:srgbClr val="041680"/>
                </a:solidFill>
              </a:rPr>
              <a:t>2.3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01E1BB-0EBD-0854-AFD8-81A86AFAEEB5}"/>
              </a:ext>
            </a:extLst>
          </p:cNvPr>
          <p:cNvSpPr txBox="1"/>
          <p:nvPr/>
        </p:nvSpPr>
        <p:spPr>
          <a:xfrm>
            <a:off x="196601" y="6277935"/>
            <a:ext cx="80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noProof="0" dirty="0"/>
              <a:t>2.3 [1]</a:t>
            </a: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0108844-8B18-BF45-2D0D-D9F0DE687262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479467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9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n 10" descr="Imagen de la pantalla de un celular con texto e imágenes&#10;&#10;El contenido generado por IA puede ser incorrecto.">
            <a:extLst>
              <a:ext uri="{FF2B5EF4-FFF2-40B4-BE49-F238E27FC236}">
                <a16:creationId xmlns:a16="http://schemas.microsoft.com/office/drawing/2014/main" id="{4AC1C817-B6F5-EDDE-3FB6-656616B7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09"/>
          <a:stretch>
            <a:fillRect/>
          </a:stretch>
        </p:blipFill>
        <p:spPr>
          <a:xfrm>
            <a:off x="1992032" y="4715608"/>
            <a:ext cx="3573989" cy="1965844"/>
          </a:xfrm>
          <a:prstGeom prst="rect">
            <a:avLst/>
          </a:prstGeom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5D6DBEF6-EC96-2C62-A6C3-6E050B4D8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595257" cy="1602808"/>
          </a:xfrm>
          <a:prstGeom prst="rect">
            <a:avLst/>
          </a:prstGeom>
        </p:spPr>
      </p:pic>
      <p:pic>
        <p:nvPicPr>
          <p:cNvPr id="19" name="Imagen 18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0DDEC0C2-CE6F-00F7-76FF-1FEACFB37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942" y="1680195"/>
            <a:ext cx="5667557" cy="162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9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42A5-64A4-3C61-19EB-4B070EA5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71D48-1924-66D9-AA54-E662A578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6000" dirty="0"/>
              <a:t>J</a:t>
            </a:r>
            <a:r>
              <a:rPr lang="es-CO" sz="6000" dirty="0"/>
              <a:t>USTIFICACIÓN</a:t>
            </a:r>
            <a:endParaRPr lang="es-CO" sz="6000" noProof="0" dirty="0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7497E328-D1C7-C00E-CA8C-C7FC67D73481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37297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10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36D0D5C-CC9C-7F79-7646-3F09375EDEA7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E6BF0E2A-91B7-6716-99F3-67AD86FA2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46E750A-5CD1-2431-9239-9A156F4114EA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7A3944F-698D-779E-FBFF-5B75F47DD1BF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E27DEA1-48D1-4874-C71D-004424D1E9D1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390877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2AD9-8EB9-D833-D589-FE43AD63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4">
            <a:extLst>
              <a:ext uri="{FF2B5EF4-FFF2-40B4-BE49-F238E27FC236}">
                <a16:creationId xmlns:a16="http://schemas.microsoft.com/office/drawing/2014/main" id="{B13567F0-794B-CF07-3355-D7EB1EAC2C97}"/>
              </a:ext>
            </a:extLst>
          </p:cNvPr>
          <p:cNvCxnSpPr>
            <a:cxnSpLocks/>
          </p:cNvCxnSpPr>
          <p:nvPr/>
        </p:nvCxnSpPr>
        <p:spPr>
          <a:xfrm>
            <a:off x="572425" y="1583053"/>
            <a:ext cx="11175879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16974A3-24E4-D454-1793-80BFC483D4F0}"/>
              </a:ext>
            </a:extLst>
          </p:cNvPr>
          <p:cNvSpPr txBox="1"/>
          <p:nvPr/>
        </p:nvSpPr>
        <p:spPr>
          <a:xfrm>
            <a:off x="239781" y="1821378"/>
            <a:ext cx="116197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calidad de las imágenes médicas condiciona la confiabilidad de los sistemas automatizados de análisis basados en inteligencia artificial.</a:t>
            </a: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En escenarios de recursos limitados, el acceso a sistemas de adquisición de alta resolución es restringido, motivando el uso de alternativas computacionales.</a:t>
            </a: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Evaluar enfoques de superresolución basados en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permite analizar su potencial para mejorar imágenes médicas degradadas sin modificar el hardware de adquisición.</a:t>
            </a:r>
            <a:endParaRPr lang="es-CO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278BD6DE-0C1E-22C0-447C-56F96402D0F9}"/>
              </a:ext>
            </a:extLst>
          </p:cNvPr>
          <p:cNvSpPr txBox="1">
            <a:spLocks/>
          </p:cNvSpPr>
          <p:nvPr/>
        </p:nvSpPr>
        <p:spPr>
          <a:xfrm>
            <a:off x="572425" y="992029"/>
            <a:ext cx="11175879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  <a:endParaRPr lang="es-CO" sz="3000" b="1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652B4CF9-D539-465A-2194-7BBE25D140A2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65288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11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1D76870-5B88-32E7-E172-BEB67C3D3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25" y="4328683"/>
            <a:ext cx="6408975" cy="180609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5741FB7-8B99-3840-37C7-1396B6583514}"/>
              </a:ext>
            </a:extLst>
          </p:cNvPr>
          <p:cNvSpPr txBox="1"/>
          <p:nvPr/>
        </p:nvSpPr>
        <p:spPr>
          <a:xfrm>
            <a:off x="7616142" y="4462995"/>
            <a:ext cx="38267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Computational alternative to hardware-based solutions in medical </a:t>
            </a:r>
            <a:r>
              <a:rPr lang="en-US" sz="2400" dirty="0" err="1"/>
              <a:t>enviroment</a:t>
            </a:r>
            <a:endParaRPr lang="es-CO" sz="2400" noProof="0" dirty="0">
              <a:solidFill>
                <a:srgbClr val="FF000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F916A7-C7B1-6F78-0C35-48A1C857C71C}"/>
              </a:ext>
            </a:extLst>
          </p:cNvPr>
          <p:cNvSpPr txBox="1"/>
          <p:nvPr/>
        </p:nvSpPr>
        <p:spPr>
          <a:xfrm>
            <a:off x="504181" y="5980891"/>
            <a:ext cx="80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3</a:t>
            </a:r>
            <a:r>
              <a:rPr lang="es-CO" sz="1400" noProof="0" dirty="0"/>
              <a:t>.1 [</a:t>
            </a:r>
            <a:r>
              <a:rPr lang="es-CO" sz="1400" dirty="0"/>
              <a:t>1</a:t>
            </a:r>
            <a:r>
              <a:rPr lang="es-CO" sz="1400" noProof="0" dirty="0"/>
              <a:t>]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6575EB-57BF-C79F-04B0-231CBC17F671}"/>
              </a:ext>
            </a:extLst>
          </p:cNvPr>
          <p:cNvSpPr txBox="1"/>
          <p:nvPr/>
        </p:nvSpPr>
        <p:spPr>
          <a:xfrm>
            <a:off x="6981400" y="4368026"/>
            <a:ext cx="454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041680"/>
                </a:solidFill>
              </a:rPr>
              <a:t>3</a:t>
            </a:r>
            <a:r>
              <a:rPr lang="es-CO" sz="1400" noProof="0" dirty="0">
                <a:solidFill>
                  <a:srgbClr val="041680"/>
                </a:solidFill>
              </a:rPr>
              <a:t>.1</a:t>
            </a:r>
          </a:p>
        </p:txBody>
      </p:sp>
    </p:spTree>
    <p:extLst>
      <p:ext uri="{BB962C8B-B14F-4D97-AF65-F5344CB8AC3E}">
        <p14:creationId xmlns:p14="http://schemas.microsoft.com/office/powerpoint/2010/main" val="53618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6BEC-972A-EE42-BD1E-CACA5F75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52433-30C7-1F39-F06F-2C5E5131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noProof="0" dirty="0"/>
              <a:t>ALCANCE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C716CA0D-3BB9-FF35-F0E9-644A6B639CDA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37297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12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BA5DC70-46D9-7E5B-0E04-72BCF1552979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D63640DD-6D03-C3A9-F219-6B3ACD68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A73B3DD-97A2-14EF-5EAC-BF5E49F38F12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C64358B-FA7C-296E-9947-B43F03360353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5120AB0-8F66-6C8A-DE6B-8835EFA7F810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109653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FB42A-D3FB-6DCC-9961-61746820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4">
            <a:extLst>
              <a:ext uri="{FF2B5EF4-FFF2-40B4-BE49-F238E27FC236}">
                <a16:creationId xmlns:a16="http://schemas.microsoft.com/office/drawing/2014/main" id="{9F8C52B5-5768-1298-B08B-764050AAD0F8}"/>
              </a:ext>
            </a:extLst>
          </p:cNvPr>
          <p:cNvCxnSpPr>
            <a:cxnSpLocks/>
          </p:cNvCxnSpPr>
          <p:nvPr/>
        </p:nvCxnSpPr>
        <p:spPr>
          <a:xfrm>
            <a:off x="191978" y="1154790"/>
            <a:ext cx="6036245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61D56692-8BAE-6D9F-6823-92D4E890587D}"/>
              </a:ext>
            </a:extLst>
          </p:cNvPr>
          <p:cNvSpPr txBox="1"/>
          <p:nvPr/>
        </p:nvSpPr>
        <p:spPr>
          <a:xfrm>
            <a:off x="239781" y="1319161"/>
            <a:ext cx="116197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proyecto se centra en la reconstrucción y superresolución de imágenes médicas degradadas mediante un enfoque computacional basado en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utilizando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públicos de alta calidad con degradación simulada de forma controlada.</a:t>
            </a: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evaluación se limita al análisis cuantitativo y cualitativo de la calidad de imagen, excluyendo validación clínica, diagnóstico médico, adquisición en tiempo real y desarrollo de hardware.</a:t>
            </a:r>
            <a:endParaRPr lang="es-CO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A2944B-CB63-F591-35A9-E0A97D56691F}"/>
              </a:ext>
            </a:extLst>
          </p:cNvPr>
          <p:cNvSpPr txBox="1"/>
          <p:nvPr/>
        </p:nvSpPr>
        <p:spPr>
          <a:xfrm>
            <a:off x="191978" y="6169943"/>
            <a:ext cx="7141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4</a:t>
            </a:r>
            <a:r>
              <a:rPr lang="es-CO" sz="1400" noProof="0" dirty="0"/>
              <a:t>.1 </a:t>
            </a:r>
            <a:r>
              <a:rPr lang="es-CO" sz="1400" dirty="0"/>
              <a:t>https://www.researchgate.net/figure/Deep-learning-based-super-resolution-pipeline-f</a:t>
            </a:r>
            <a:endParaRPr lang="es-CO" sz="1400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F873BE1-51DA-8450-1E53-CFCF9A05B2AC}"/>
              </a:ext>
            </a:extLst>
          </p:cNvPr>
          <p:cNvSpPr txBox="1"/>
          <p:nvPr/>
        </p:nvSpPr>
        <p:spPr>
          <a:xfrm>
            <a:off x="1025111" y="3354589"/>
            <a:ext cx="4543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041680"/>
                </a:solidFill>
              </a:rPr>
              <a:t>4</a:t>
            </a:r>
            <a:r>
              <a:rPr lang="es-CO" sz="1400" noProof="0" dirty="0">
                <a:solidFill>
                  <a:srgbClr val="041680"/>
                </a:solidFill>
              </a:rPr>
              <a:t>.1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940A90-7EAB-622A-B448-5520AE50879A}"/>
              </a:ext>
            </a:extLst>
          </p:cNvPr>
          <p:cNvSpPr txBox="1"/>
          <p:nvPr/>
        </p:nvSpPr>
        <p:spPr>
          <a:xfrm>
            <a:off x="1479507" y="5781717"/>
            <a:ext cx="102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4</a:t>
            </a:r>
            <a:r>
              <a:rPr lang="es-CO" noProof="0" dirty="0"/>
              <a:t>. </a:t>
            </a:r>
            <a:r>
              <a:rPr lang="es-CO" dirty="0"/>
              <a:t>Alcance del proyecto propuesto.</a:t>
            </a:r>
            <a:r>
              <a:rPr lang="es-CO" noProof="0" dirty="0"/>
              <a:t> 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4A9FEB4F-2B76-D986-AFE3-996CBDAB67EE}"/>
              </a:ext>
            </a:extLst>
          </p:cNvPr>
          <p:cNvSpPr txBox="1">
            <a:spLocks/>
          </p:cNvSpPr>
          <p:nvPr/>
        </p:nvSpPr>
        <p:spPr>
          <a:xfrm>
            <a:off x="510323" y="688057"/>
            <a:ext cx="5570126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Alcance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963D57FB-213C-B710-C09E-5A2DA1C9AC19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65288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13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9" name="Picture 3" descr="Deep learning-based super-resolution pipeline for medical MRI, from... |  Download Scientific Diagram">
            <a:extLst>
              <a:ext uri="{FF2B5EF4-FFF2-40B4-BE49-F238E27FC236}">
                <a16:creationId xmlns:a16="http://schemas.microsoft.com/office/drawing/2014/main" id="{5378F753-DA63-1A44-1118-6B34C83EC5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125" y="3143750"/>
            <a:ext cx="6269828" cy="263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430178-3649-ACB1-2E4B-7467F0C0116A}"/>
              </a:ext>
            </a:extLst>
          </p:cNvPr>
          <p:cNvSpPr txBox="1"/>
          <p:nvPr/>
        </p:nvSpPr>
        <p:spPr>
          <a:xfrm>
            <a:off x="7905953" y="3710043"/>
            <a:ext cx="3291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/>
              <a:t>Qualitative validation-metrics</a:t>
            </a:r>
            <a:endParaRPr lang="es-CO" sz="2400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9079F11-10A3-E4E0-85F0-95E5217ACFC2}"/>
              </a:ext>
            </a:extLst>
          </p:cNvPr>
          <p:cNvSpPr txBox="1"/>
          <p:nvPr/>
        </p:nvSpPr>
        <p:spPr>
          <a:xfrm>
            <a:off x="7905953" y="4462733"/>
            <a:ext cx="3291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Real Images testing-Diagnosis based</a:t>
            </a:r>
            <a:endParaRPr lang="es-CO" sz="24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979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6B3B-8B34-3A36-4C1F-8B4DF118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534CC-FCED-CC46-F739-95F9F835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noProof="0" dirty="0"/>
              <a:t>METODOLOGIA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858BC025-7B6D-00D1-CA47-C0DF8D645595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55958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14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CB77731-6D1B-6EB5-819C-C9ED0520AC77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78ADCDFE-B7CF-1F80-7C38-467629B2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828B87C-C167-4F92-7794-464DE04F7023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92C5C88-4000-A5B8-A7D7-680962044823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9AD7AEC-44F7-DFC6-3D51-6431C4D256DB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21116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9348-35E5-8B02-CC88-F2CCDD06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4">
            <a:extLst>
              <a:ext uri="{FF2B5EF4-FFF2-40B4-BE49-F238E27FC236}">
                <a16:creationId xmlns:a16="http://schemas.microsoft.com/office/drawing/2014/main" id="{4F2B59E4-5AB2-EF80-302C-F969203BF315}"/>
              </a:ext>
            </a:extLst>
          </p:cNvPr>
          <p:cNvCxnSpPr>
            <a:cxnSpLocks/>
          </p:cNvCxnSpPr>
          <p:nvPr/>
        </p:nvCxnSpPr>
        <p:spPr>
          <a:xfrm>
            <a:off x="572425" y="1549592"/>
            <a:ext cx="4464822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80FEDA1-D74B-3DA9-30A6-BF9D79DC9839}"/>
              </a:ext>
            </a:extLst>
          </p:cNvPr>
          <p:cNvSpPr txBox="1"/>
          <p:nvPr/>
        </p:nvSpPr>
        <p:spPr>
          <a:xfrm>
            <a:off x="417922" y="1806941"/>
            <a:ext cx="43642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Selección y caracterización de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públicos de imágenes médicas de alta calidad como referencia.</a:t>
            </a: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Simulación controlada de condiciones de adquisición de baja resolución y baja calidad mediante modelos de degradación.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0BA591-1311-DA6B-978B-7FE3261FE164}"/>
              </a:ext>
            </a:extLst>
          </p:cNvPr>
          <p:cNvSpPr txBox="1"/>
          <p:nvPr/>
        </p:nvSpPr>
        <p:spPr>
          <a:xfrm>
            <a:off x="196602" y="5881402"/>
            <a:ext cx="4645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5</a:t>
            </a:r>
            <a:r>
              <a:rPr lang="es-CO" sz="1400" noProof="0" dirty="0"/>
              <a:t>.1 Autoría propia.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B39175-9E43-B87D-C53D-2B854FA585A1}"/>
              </a:ext>
            </a:extLst>
          </p:cNvPr>
          <p:cNvSpPr txBox="1"/>
          <p:nvPr/>
        </p:nvSpPr>
        <p:spPr>
          <a:xfrm>
            <a:off x="4635603" y="75109"/>
            <a:ext cx="44762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041680"/>
                </a:solidFill>
              </a:rPr>
              <a:t>5</a:t>
            </a:r>
            <a:r>
              <a:rPr lang="es-CO" sz="1400" noProof="0" dirty="0">
                <a:solidFill>
                  <a:srgbClr val="041680"/>
                </a:solidFill>
              </a:rPr>
              <a:t>.1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B32A55-1E40-E499-AF7D-0DCD667E96FB}"/>
              </a:ext>
            </a:extLst>
          </p:cNvPr>
          <p:cNvSpPr txBox="1"/>
          <p:nvPr/>
        </p:nvSpPr>
        <p:spPr>
          <a:xfrm>
            <a:off x="4520240" y="6136560"/>
            <a:ext cx="315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5</a:t>
            </a:r>
            <a:r>
              <a:rPr lang="es-CO" noProof="0" dirty="0"/>
              <a:t>. Diagrama de flujo análogo a la metodología propuesta.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2C5521A5-01C1-C5B1-F317-768373C5AED7}"/>
              </a:ext>
            </a:extLst>
          </p:cNvPr>
          <p:cNvSpPr txBox="1">
            <a:spLocks/>
          </p:cNvSpPr>
          <p:nvPr/>
        </p:nvSpPr>
        <p:spPr>
          <a:xfrm>
            <a:off x="285243" y="708687"/>
            <a:ext cx="4525210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73E6D4A-623F-E459-00D6-6968707D7F97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65288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15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5BF13B58-EAB5-3BF4-D6AF-65093867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744" y="388878"/>
            <a:ext cx="2401670" cy="562010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6B33B42-1D08-6804-F1C7-E6B6982470E8}"/>
              </a:ext>
            </a:extLst>
          </p:cNvPr>
          <p:cNvSpPr txBox="1"/>
          <p:nvPr/>
        </p:nvSpPr>
        <p:spPr>
          <a:xfrm>
            <a:off x="7405920" y="1806941"/>
            <a:ext cx="40414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Entrenamiento de modelos de reconstrucción basados en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(U-Net /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Conditional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SRGAN).</a:t>
            </a: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00A0D7"/>
              </a:buClr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Evaluación cuantitativa y cualitativa de la reconstrucción frente a imágenes de referencia, bajo distintos niveles de degradación.</a:t>
            </a:r>
            <a:endParaRPr lang="es-CO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4">
            <a:extLst>
              <a:ext uri="{FF2B5EF4-FFF2-40B4-BE49-F238E27FC236}">
                <a16:creationId xmlns:a16="http://schemas.microsoft.com/office/drawing/2014/main" id="{B9AFE289-D376-E522-015F-DC5C60D98027}"/>
              </a:ext>
            </a:extLst>
          </p:cNvPr>
          <p:cNvCxnSpPr>
            <a:cxnSpLocks/>
          </p:cNvCxnSpPr>
          <p:nvPr/>
        </p:nvCxnSpPr>
        <p:spPr>
          <a:xfrm>
            <a:off x="7405920" y="1549592"/>
            <a:ext cx="4464822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856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02E0-0853-D3BB-692F-140DB6D2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EDAC8-41AF-C887-CC36-D171D70D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dirty="0"/>
              <a:t>PRESUPUESTO</a:t>
            </a:r>
            <a:endParaRPr lang="es-CO" sz="6000" noProof="0" dirty="0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8603CFF7-29DB-F9C2-E5BA-1ED9B338F221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27966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16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8212941-6799-CD66-8FDA-65DFDCF75E86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6A364586-DB22-0138-6BAD-04049965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3AE96D8-603B-6465-F59F-E39C5A6E5BF5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A93F289-FF44-141F-E073-CDA4AAD04A42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A67F0C9-A194-34FF-75D3-C22E2C63408F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927654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8CBD-A2E0-DB7E-4844-DAE540D4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76E272A2-AE9A-AC01-29D2-E927528272FB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74619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17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C8EED6-1A2F-677F-8967-57063CEC7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2" y="116154"/>
            <a:ext cx="2715004" cy="6668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5A4B47BA-6AC9-2C3A-0B83-9A9B6D1FD7C0}"/>
              </a:ext>
            </a:extLst>
          </p:cNvPr>
          <p:cNvSpPr txBox="1">
            <a:spLocks/>
          </p:cNvSpPr>
          <p:nvPr/>
        </p:nvSpPr>
        <p:spPr>
          <a:xfrm>
            <a:off x="1219201" y="1270307"/>
            <a:ext cx="5570126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PRESUPUESTO</a:t>
            </a:r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2CD932FD-90F4-0CEE-F186-58F2FC6B8F18}"/>
              </a:ext>
            </a:extLst>
          </p:cNvPr>
          <p:cNvCxnSpPr>
            <a:cxnSpLocks/>
          </p:cNvCxnSpPr>
          <p:nvPr/>
        </p:nvCxnSpPr>
        <p:spPr>
          <a:xfrm>
            <a:off x="1177157" y="1766363"/>
            <a:ext cx="5654214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9108568-EAB1-D250-41CE-929060021AD3}"/>
              </a:ext>
            </a:extLst>
          </p:cNvPr>
          <p:cNvSpPr txBox="1"/>
          <p:nvPr/>
        </p:nvSpPr>
        <p:spPr>
          <a:xfrm>
            <a:off x="1177157" y="5521930"/>
            <a:ext cx="6167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noProof="0" dirty="0"/>
              <a:t>6. </a:t>
            </a:r>
            <a:r>
              <a:rPr lang="es-CO" dirty="0"/>
              <a:t>Presupuesto estimado para el desarrollo del proyecto propuesto.</a:t>
            </a:r>
            <a:endParaRPr lang="es-CO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B9E5D80-03B8-F1D6-E2D6-DFA31EC6F030}"/>
              </a:ext>
            </a:extLst>
          </p:cNvPr>
          <p:cNvSpPr txBox="1"/>
          <p:nvPr/>
        </p:nvSpPr>
        <p:spPr>
          <a:xfrm>
            <a:off x="9703896" y="1495362"/>
            <a:ext cx="44762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noProof="0" dirty="0">
                <a:solidFill>
                  <a:srgbClr val="041680"/>
                </a:solidFill>
              </a:rPr>
              <a:t>6.1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0D69F28-AAF7-3037-A510-EC3981963920}"/>
              </a:ext>
            </a:extLst>
          </p:cNvPr>
          <p:cNvSpPr txBox="1"/>
          <p:nvPr/>
        </p:nvSpPr>
        <p:spPr>
          <a:xfrm>
            <a:off x="65973" y="6355729"/>
            <a:ext cx="4645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6.</a:t>
            </a:r>
            <a:r>
              <a:rPr lang="es-CO" sz="1400" noProof="0" dirty="0"/>
              <a:t>1 Autoría propia.</a:t>
            </a: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52F0B9D2-EF89-4742-B7AF-A39E774BCD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" r="184"/>
          <a:stretch>
            <a:fillRect/>
          </a:stretch>
        </p:blipFill>
        <p:spPr>
          <a:xfrm>
            <a:off x="1219201" y="1833532"/>
            <a:ext cx="9059118" cy="350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38961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9BAF-B03A-9B90-DB46-FDD50337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095AC-09AE-B2B5-A81C-305CE6E93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noProof="0" dirty="0"/>
              <a:t>CRONOGRAMA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2B9AC624-CF7B-B2E7-DACA-6F806B971F74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09305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18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6F21496-2558-AAD7-6902-02E931E43DE7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0356ECE3-7399-9F69-8B86-3F7676BD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DFE0333-2776-A77A-287E-314C19EEC0F7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5BEFA3D-65B8-6D69-1796-20AA8C47280C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C8C933F-ACBD-74D8-E81A-538DAAEE8891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668122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47F5-2581-650B-5265-61537CEF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6D448CBA-04FD-A03D-4419-1B0B5C6527DE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74619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19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996DCD-FB6D-8222-626A-5D1C85D3A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2" y="116154"/>
            <a:ext cx="2715004" cy="666843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31153A20-5126-03E8-C314-C36456DE5D13}"/>
              </a:ext>
            </a:extLst>
          </p:cNvPr>
          <p:cNvSpPr txBox="1">
            <a:spLocks/>
          </p:cNvSpPr>
          <p:nvPr/>
        </p:nvSpPr>
        <p:spPr>
          <a:xfrm>
            <a:off x="1219201" y="1270307"/>
            <a:ext cx="5570126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noProof="0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CRONOGRAMA</a:t>
            </a:r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A05A9112-CD61-9B10-9D41-17A239B446A4}"/>
              </a:ext>
            </a:extLst>
          </p:cNvPr>
          <p:cNvCxnSpPr>
            <a:cxnSpLocks/>
          </p:cNvCxnSpPr>
          <p:nvPr/>
        </p:nvCxnSpPr>
        <p:spPr>
          <a:xfrm>
            <a:off x="1177157" y="1766363"/>
            <a:ext cx="5654214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B0BADC1-ED46-2382-4BA6-6DD204F116F3}"/>
              </a:ext>
            </a:extLst>
          </p:cNvPr>
          <p:cNvSpPr txBox="1"/>
          <p:nvPr/>
        </p:nvSpPr>
        <p:spPr>
          <a:xfrm>
            <a:off x="920282" y="5264527"/>
            <a:ext cx="616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7</a:t>
            </a:r>
            <a:r>
              <a:rPr lang="es-CO" noProof="0" dirty="0"/>
              <a:t>. </a:t>
            </a:r>
            <a:r>
              <a:rPr lang="es-CO" dirty="0"/>
              <a:t>Cronograma divido en 7 etapas entre semanas 4 y 18.</a:t>
            </a:r>
            <a:endParaRPr lang="es-CO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13A973-918B-1441-C2E7-FDFCE9A9C86A}"/>
              </a:ext>
            </a:extLst>
          </p:cNvPr>
          <p:cNvSpPr txBox="1"/>
          <p:nvPr/>
        </p:nvSpPr>
        <p:spPr>
          <a:xfrm>
            <a:off x="373609" y="1833532"/>
            <a:ext cx="44762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041680"/>
                </a:solidFill>
              </a:rPr>
              <a:t>7</a:t>
            </a:r>
            <a:r>
              <a:rPr lang="es-CO" sz="1400" noProof="0" dirty="0">
                <a:solidFill>
                  <a:srgbClr val="041680"/>
                </a:solidFill>
              </a:rPr>
              <a:t>.1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E1A1443-C697-1C97-1291-B7BB88B59BE1}"/>
              </a:ext>
            </a:extLst>
          </p:cNvPr>
          <p:cNvSpPr txBox="1"/>
          <p:nvPr/>
        </p:nvSpPr>
        <p:spPr>
          <a:xfrm>
            <a:off x="65973" y="6355729"/>
            <a:ext cx="4645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7.</a:t>
            </a:r>
            <a:r>
              <a:rPr lang="es-CO" sz="1400" noProof="0" dirty="0"/>
              <a:t>1 Autoría propia.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3122414C-8140-24C6-9CA0-73BD70316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31" y="1833532"/>
            <a:ext cx="9972914" cy="344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19219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7686-CAF7-77C8-6B8C-522458AC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00295-B1F1-A116-B822-8E82750D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1" y="2435906"/>
            <a:ext cx="6809674" cy="19861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O" sz="6000" noProof="0" dirty="0"/>
              <a:t>PROPIEDAD INTELECTUAL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67BD821C-9E96-8C8D-7DAB-0CAEF317F67A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590643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20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6A50FA5-F1D6-D3C8-B8FD-EA6CFAED2225}"/>
              </a:ext>
            </a:extLst>
          </p:cNvPr>
          <p:cNvCxnSpPr>
            <a:cxnSpLocks/>
          </p:cNvCxnSpPr>
          <p:nvPr/>
        </p:nvCxnSpPr>
        <p:spPr>
          <a:xfrm flipV="1">
            <a:off x="262647" y="2505271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D2D5E725-DCA1-8C60-984C-1ADF3712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" y="6038757"/>
            <a:ext cx="2715004" cy="66684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C7C6609-E363-4196-476B-0FBDDCFD8C40}"/>
              </a:ext>
            </a:extLst>
          </p:cNvPr>
          <p:cNvCxnSpPr>
            <a:cxnSpLocks/>
          </p:cNvCxnSpPr>
          <p:nvPr/>
        </p:nvCxnSpPr>
        <p:spPr>
          <a:xfrm flipV="1">
            <a:off x="262647" y="4288746"/>
            <a:ext cx="6786808" cy="29179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D7D99B4-4729-0829-2C44-5D833A7CDB65}"/>
              </a:ext>
            </a:extLst>
          </p:cNvPr>
          <p:cNvCxnSpPr>
            <a:cxnSpLocks/>
          </p:cNvCxnSpPr>
          <p:nvPr/>
        </p:nvCxnSpPr>
        <p:spPr>
          <a:xfrm flipV="1">
            <a:off x="262647" y="2569254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D6DEB87-C1E3-58D0-9A6D-D70B92FCDA7A}"/>
              </a:ext>
            </a:extLst>
          </p:cNvPr>
          <p:cNvCxnSpPr>
            <a:cxnSpLocks/>
          </p:cNvCxnSpPr>
          <p:nvPr/>
        </p:nvCxnSpPr>
        <p:spPr>
          <a:xfrm flipV="1">
            <a:off x="7035294" y="2519860"/>
            <a:ext cx="0" cy="1748671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383700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2985A-3099-BC3C-FEB0-193EFF71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BE2C271F-2BCF-158F-C4FE-BD100B77B818}"/>
              </a:ext>
            </a:extLst>
          </p:cNvPr>
          <p:cNvSpPr txBox="1">
            <a:spLocks/>
          </p:cNvSpPr>
          <p:nvPr/>
        </p:nvSpPr>
        <p:spPr>
          <a:xfrm>
            <a:off x="239781" y="152400"/>
            <a:ext cx="674619" cy="365125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201FF0-55B8-470B-8568-136B5028958E}" type="slidenum">
              <a:rPr lang="es-CO" sz="2400" noProof="0" smtClean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21</a:t>
            </a:fld>
            <a:endParaRPr lang="es-CO" sz="2400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11EA0B-8FA0-3BD1-2092-7628BB896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17" y="194494"/>
            <a:ext cx="4634294" cy="1138247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0E1E6603-7C7C-B5D0-FECA-B8494233CDB2}"/>
              </a:ext>
            </a:extLst>
          </p:cNvPr>
          <p:cNvSpPr txBox="1">
            <a:spLocks/>
          </p:cNvSpPr>
          <p:nvPr/>
        </p:nvSpPr>
        <p:spPr>
          <a:xfrm>
            <a:off x="821230" y="1270307"/>
            <a:ext cx="5654213" cy="496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000" b="1" dirty="0">
                <a:solidFill>
                  <a:srgbClr val="00A0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 Intelectual</a:t>
            </a:r>
            <a:endParaRPr lang="es-CO" sz="3000" b="1" noProof="0" dirty="0">
              <a:solidFill>
                <a:srgbClr val="00A0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F2CAC9CF-B42D-0D8A-DECC-7EA0C41E8BCC}"/>
              </a:ext>
            </a:extLst>
          </p:cNvPr>
          <p:cNvCxnSpPr>
            <a:cxnSpLocks/>
          </p:cNvCxnSpPr>
          <p:nvPr/>
        </p:nvCxnSpPr>
        <p:spPr>
          <a:xfrm>
            <a:off x="821231" y="1766363"/>
            <a:ext cx="5654214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20E5911-7848-B8C9-73B6-D4F17E547026}"/>
              </a:ext>
            </a:extLst>
          </p:cNvPr>
          <p:cNvSpPr txBox="1"/>
          <p:nvPr/>
        </p:nvSpPr>
        <p:spPr>
          <a:xfrm>
            <a:off x="821230" y="2031835"/>
            <a:ext cx="56542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Este proyecto se rige por el Reglamento de Propiedad Intelectual de la Universidad EAFIT. Los derechos sobre los resultados obtenidos serán compartidos entre la Universidad, el estudiante como autor y ejecutor principal del trabajo, y el tutor académico Raúl Andrés Castañeda Quintero, en reconocimiento a su contribución en la orientación y el </a:t>
            </a:r>
            <a:r>
              <a:rPr lang="es-ES" dirty="0" err="1"/>
              <a:t>co-diseño</a:t>
            </a:r>
            <a:r>
              <a:rPr lang="es-ES" dirty="0"/>
              <a:t> del proyecto.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2255834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03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879D-96AE-0CD0-98A6-6F40142A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D9FA4C8-94ED-C90E-FAF3-FC8F080C4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844" y="589540"/>
            <a:ext cx="8606323" cy="828710"/>
          </a:xfrm>
        </p:spPr>
        <p:txBody>
          <a:bodyPr/>
          <a:lstStyle/>
          <a:p>
            <a:r>
              <a:rPr lang="es-CO" noProof="0" dirty="0"/>
              <a:t>Referencias.</a:t>
            </a:r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28670F9B-682E-78EF-3D9B-8017464C922C}"/>
              </a:ext>
            </a:extLst>
          </p:cNvPr>
          <p:cNvCxnSpPr>
            <a:cxnSpLocks/>
          </p:cNvCxnSpPr>
          <p:nvPr/>
        </p:nvCxnSpPr>
        <p:spPr>
          <a:xfrm>
            <a:off x="1106844" y="1409248"/>
            <a:ext cx="8998031" cy="0"/>
          </a:xfrm>
          <a:prstGeom prst="line">
            <a:avLst/>
          </a:prstGeom>
          <a:ln w="25400">
            <a:solidFill>
              <a:srgbClr val="00B2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6CDED0FC-D1C7-31B7-22F0-216D81C0095F}"/>
              </a:ext>
            </a:extLst>
          </p:cNvPr>
          <p:cNvSpPr txBox="1"/>
          <p:nvPr/>
        </p:nvSpPr>
        <p:spPr>
          <a:xfrm>
            <a:off x="1106844" y="1492899"/>
            <a:ext cx="960469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CO" sz="1200" dirty="0"/>
          </a:p>
          <a:p>
            <a:r>
              <a:rPr lang="en-US" sz="1200" dirty="0"/>
              <a:t>[1] </a:t>
            </a:r>
            <a:r>
              <a:rPr lang="es-CO" sz="1200" dirty="0"/>
              <a:t>W. Liu, K. </a:t>
            </a:r>
            <a:r>
              <a:rPr lang="es-CO" sz="1200" dirty="0" err="1"/>
              <a:t>Delikoyun</a:t>
            </a:r>
            <a:r>
              <a:rPr lang="es-CO" sz="1200" dirty="0"/>
              <a:t>, Q. Chen, A. Yildiz, S. K. </a:t>
            </a:r>
            <a:r>
              <a:rPr lang="es-CO" sz="1200" dirty="0" err="1"/>
              <a:t>Myo</a:t>
            </a:r>
            <a:r>
              <a:rPr lang="es-CO" sz="1200" dirty="0"/>
              <a:t>, W. S. </a:t>
            </a:r>
            <a:r>
              <a:rPr lang="es-CO" sz="1200" dirty="0" err="1"/>
              <a:t>Kuan</a:t>
            </a:r>
            <a:r>
              <a:rPr lang="es-CO" sz="1200" dirty="0"/>
              <a:t>, J. T. Y. Soong, M. E. Cove, O. Hayden y H. K. Lee, “OAH-Net: a </a:t>
            </a:r>
            <a:r>
              <a:rPr lang="es-CO" sz="1200" dirty="0" err="1"/>
              <a:t>deep</a:t>
            </a:r>
            <a:r>
              <a:rPr lang="es-CO" sz="1200" dirty="0"/>
              <a:t> neural </a:t>
            </a:r>
            <a:r>
              <a:rPr lang="es-CO" sz="1200" dirty="0" err="1"/>
              <a:t>network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efficient</a:t>
            </a:r>
            <a:r>
              <a:rPr lang="es-CO" sz="1200" dirty="0"/>
              <a:t> and </a:t>
            </a:r>
            <a:r>
              <a:rPr lang="es-CO" sz="1200" dirty="0" err="1"/>
              <a:t>robust</a:t>
            </a:r>
            <a:r>
              <a:rPr lang="es-CO" sz="1200" dirty="0"/>
              <a:t> </a:t>
            </a:r>
            <a:r>
              <a:rPr lang="es-CO" sz="1200" dirty="0" err="1"/>
              <a:t>hologram</a:t>
            </a:r>
            <a:r>
              <a:rPr lang="es-CO" sz="1200" dirty="0"/>
              <a:t> </a:t>
            </a:r>
            <a:r>
              <a:rPr lang="es-CO" sz="1200" dirty="0" err="1"/>
              <a:t>reconstruction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off-axis digital </a:t>
            </a:r>
            <a:r>
              <a:rPr lang="es-CO" sz="1200" dirty="0" err="1"/>
              <a:t>holographic</a:t>
            </a:r>
            <a:r>
              <a:rPr lang="es-CO" sz="1200" dirty="0"/>
              <a:t> </a:t>
            </a:r>
            <a:r>
              <a:rPr lang="es-CO" sz="1200" dirty="0" err="1"/>
              <a:t>microscopy</a:t>
            </a:r>
            <a:r>
              <a:rPr lang="es-CO" sz="1200" dirty="0"/>
              <a:t>,” </a:t>
            </a:r>
            <a:r>
              <a:rPr lang="es-CO" sz="1200" dirty="0" err="1"/>
              <a:t>Biomed</a:t>
            </a:r>
            <a:r>
              <a:rPr lang="es-CO" sz="1200" dirty="0"/>
              <a:t>. </a:t>
            </a:r>
            <a:r>
              <a:rPr lang="es-CO" sz="1200" dirty="0" err="1"/>
              <a:t>Opt</a:t>
            </a:r>
            <a:r>
              <a:rPr lang="es-CO" sz="1200" dirty="0"/>
              <a:t>. Express, vol. 16, no. 3, pp. 894-909, Mar. 2025, </a:t>
            </a:r>
            <a:r>
              <a:rPr lang="es-CO" sz="1200" dirty="0" err="1"/>
              <a:t>doi</a:t>
            </a:r>
            <a:r>
              <a:rPr lang="es-CO" sz="1200" dirty="0"/>
              <a:t>: 10.1364/BOE.547292.</a:t>
            </a:r>
          </a:p>
          <a:p>
            <a:pPr>
              <a:buNone/>
            </a:pPr>
            <a:endParaRPr lang="es-CO" sz="1200" dirty="0"/>
          </a:p>
          <a:p>
            <a:pPr>
              <a:buNone/>
            </a:pPr>
            <a:r>
              <a:rPr lang="es-CO" sz="1200" dirty="0"/>
              <a:t>[2] P. J. </a:t>
            </a:r>
            <a:r>
              <a:rPr lang="es-CO" sz="1200" dirty="0" err="1"/>
              <a:t>Slomka</a:t>
            </a:r>
            <a:r>
              <a:rPr lang="es-CO" sz="1200" dirty="0"/>
              <a:t>, D. Dey, A. </a:t>
            </a:r>
            <a:r>
              <a:rPr lang="es-CO" sz="1200" dirty="0" err="1"/>
              <a:t>Sitek</a:t>
            </a:r>
            <a:r>
              <a:rPr lang="es-CO" sz="1200" dirty="0"/>
              <a:t>, M. </a:t>
            </a:r>
            <a:r>
              <a:rPr lang="es-CO" sz="1200" dirty="0" err="1"/>
              <a:t>Motwani</a:t>
            </a:r>
            <a:r>
              <a:rPr lang="es-CO" sz="1200" dirty="0"/>
              <a:t>, D. S. Berman, and G. Germano, “</a:t>
            </a:r>
            <a:r>
              <a:rPr lang="es-CO" sz="1200" dirty="0" err="1"/>
              <a:t>Cardiac</a:t>
            </a:r>
            <a:r>
              <a:rPr lang="es-CO" sz="1200" dirty="0"/>
              <a:t> </a:t>
            </a:r>
            <a:r>
              <a:rPr lang="es-CO" sz="1200" dirty="0" err="1"/>
              <a:t>imag-ing</a:t>
            </a:r>
            <a:r>
              <a:rPr lang="es-CO" sz="1200" dirty="0"/>
              <a:t>: </a:t>
            </a:r>
            <a:r>
              <a:rPr lang="es-CO" sz="1200" dirty="0" err="1"/>
              <a:t>Working</a:t>
            </a:r>
            <a:r>
              <a:rPr lang="es-CO" sz="1200" dirty="0"/>
              <a:t> </a:t>
            </a:r>
            <a:r>
              <a:rPr lang="es-CO" sz="1200" dirty="0" err="1"/>
              <a:t>towards</a:t>
            </a:r>
            <a:r>
              <a:rPr lang="es-CO" sz="1200" dirty="0"/>
              <a:t> </a:t>
            </a:r>
            <a:r>
              <a:rPr lang="es-CO" sz="1200" dirty="0" err="1"/>
              <a:t>fully</a:t>
            </a:r>
            <a:r>
              <a:rPr lang="es-CO" sz="1200" dirty="0"/>
              <a:t> </a:t>
            </a:r>
            <a:r>
              <a:rPr lang="es-CO" sz="1200" dirty="0" err="1"/>
              <a:t>automated</a:t>
            </a:r>
            <a:r>
              <a:rPr lang="es-CO" sz="1200" dirty="0"/>
              <a:t> machine </a:t>
            </a:r>
            <a:r>
              <a:rPr lang="es-CO" sz="1200" dirty="0" err="1"/>
              <a:t>analysis</a:t>
            </a:r>
            <a:r>
              <a:rPr lang="es-CO" sz="1200" dirty="0"/>
              <a:t> and </a:t>
            </a:r>
            <a:r>
              <a:rPr lang="es-CO" sz="1200" dirty="0" err="1"/>
              <a:t>interpretation</a:t>
            </a:r>
            <a:r>
              <a:rPr lang="es-CO" sz="1200" dirty="0"/>
              <a:t>,” Expert </a:t>
            </a:r>
            <a:r>
              <a:rPr lang="es-CO" sz="1200" dirty="0" err="1"/>
              <a:t>Review</a:t>
            </a:r>
            <a:r>
              <a:rPr lang="es-CO" sz="1200" dirty="0"/>
              <a:t> </a:t>
            </a:r>
            <a:r>
              <a:rPr lang="es-CO" sz="1200" dirty="0" err="1"/>
              <a:t>ofMedical</a:t>
            </a:r>
            <a:r>
              <a:rPr lang="es-CO" sz="1200" dirty="0"/>
              <a:t> </a:t>
            </a:r>
            <a:r>
              <a:rPr lang="es-CO" sz="1200" dirty="0" err="1"/>
              <a:t>Devices</a:t>
            </a:r>
            <a:r>
              <a:rPr lang="es-CO" sz="1200" dirty="0"/>
              <a:t>, vol. 14, no. 3, pp. 197–212, 2017.</a:t>
            </a:r>
          </a:p>
          <a:p>
            <a:pPr>
              <a:buNone/>
            </a:pPr>
            <a:endParaRPr lang="es-CO" sz="1200" dirty="0"/>
          </a:p>
          <a:p>
            <a:pPr>
              <a:buNone/>
            </a:pPr>
            <a:r>
              <a:rPr lang="es-CO" sz="1200" dirty="0"/>
              <a:t>[3] M. I. </a:t>
            </a:r>
            <a:r>
              <a:rPr lang="es-CO" sz="1200" dirty="0" err="1"/>
              <a:t>Haque</a:t>
            </a:r>
            <a:r>
              <a:rPr lang="es-CO" sz="1200" dirty="0"/>
              <a:t>, “Price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imaging</a:t>
            </a:r>
            <a:r>
              <a:rPr lang="es-CO" sz="1200" dirty="0"/>
              <a:t> </a:t>
            </a:r>
            <a:r>
              <a:rPr lang="es-CO" sz="1200" dirty="0" err="1"/>
              <a:t>tests</a:t>
            </a:r>
            <a:r>
              <a:rPr lang="es-CO" sz="1200" dirty="0"/>
              <a:t> and </a:t>
            </a:r>
            <a:r>
              <a:rPr lang="es-CO" sz="1200" dirty="0" err="1"/>
              <a:t>access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patients</a:t>
            </a:r>
            <a:r>
              <a:rPr lang="es-CO" sz="1200" dirty="0"/>
              <a:t> </a:t>
            </a:r>
            <a:r>
              <a:rPr lang="es-CO" sz="1200" dirty="0" err="1"/>
              <a:t>to</a:t>
            </a:r>
            <a:r>
              <a:rPr lang="es-CO" sz="1200" dirty="0"/>
              <a:t> </a:t>
            </a:r>
            <a:r>
              <a:rPr lang="es-CO" sz="1200" dirty="0" err="1"/>
              <a:t>modern</a:t>
            </a:r>
            <a:r>
              <a:rPr lang="es-CO" sz="1200" dirty="0"/>
              <a:t> </a:t>
            </a:r>
            <a:r>
              <a:rPr lang="es-CO" sz="1200" dirty="0" err="1"/>
              <a:t>health</a:t>
            </a:r>
            <a:r>
              <a:rPr lang="es-CO" sz="1200" dirty="0"/>
              <a:t> care </a:t>
            </a:r>
            <a:r>
              <a:rPr lang="es-CO" sz="1200" dirty="0" err="1"/>
              <a:t>facilities</a:t>
            </a:r>
            <a:r>
              <a:rPr lang="es-CO" sz="1200" dirty="0"/>
              <a:t> </a:t>
            </a:r>
            <a:r>
              <a:rPr lang="es-CO" sz="1200" dirty="0" err="1"/>
              <a:t>acrossthe</a:t>
            </a:r>
            <a:r>
              <a:rPr lang="es-CO" sz="1200" dirty="0"/>
              <a:t> </a:t>
            </a:r>
            <a:r>
              <a:rPr lang="es-CO" sz="1200" dirty="0" err="1"/>
              <a:t>developing</a:t>
            </a:r>
            <a:r>
              <a:rPr lang="es-CO" sz="1200" dirty="0"/>
              <a:t> and </a:t>
            </a:r>
            <a:r>
              <a:rPr lang="es-CO" sz="1200" dirty="0" err="1"/>
              <a:t>better</a:t>
            </a:r>
            <a:r>
              <a:rPr lang="es-CO" sz="1200" dirty="0"/>
              <a:t>-off </a:t>
            </a:r>
            <a:r>
              <a:rPr lang="es-CO" sz="1200" dirty="0" err="1"/>
              <a:t>countries</a:t>
            </a:r>
            <a:r>
              <a:rPr lang="es-CO" sz="1200" dirty="0"/>
              <a:t>: A comparative </a:t>
            </a:r>
            <a:r>
              <a:rPr lang="es-CO" sz="1200" dirty="0" err="1"/>
              <a:t>study</a:t>
            </a:r>
            <a:r>
              <a:rPr lang="es-CO" sz="1200" dirty="0"/>
              <a:t>,” </a:t>
            </a:r>
            <a:r>
              <a:rPr lang="es-CO" sz="1200" dirty="0" err="1"/>
              <a:t>Daffodil</a:t>
            </a:r>
            <a:r>
              <a:rPr lang="es-CO" sz="1200" dirty="0"/>
              <a:t> International </a:t>
            </a:r>
            <a:r>
              <a:rPr lang="es-CO" sz="1200" dirty="0" err="1"/>
              <a:t>UniversityJournal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Allied</a:t>
            </a:r>
            <a:r>
              <a:rPr lang="es-CO" sz="1200" dirty="0"/>
              <a:t> </a:t>
            </a:r>
            <a:r>
              <a:rPr lang="es-CO" sz="1200" dirty="0" err="1"/>
              <a:t>Health</a:t>
            </a:r>
            <a:r>
              <a:rPr lang="es-CO" sz="1200" dirty="0"/>
              <a:t> </a:t>
            </a:r>
            <a:r>
              <a:rPr lang="es-CO" sz="1200" dirty="0" err="1"/>
              <a:t>Sciences</a:t>
            </a:r>
            <a:r>
              <a:rPr lang="es-CO" sz="1200" dirty="0"/>
              <a:t>, 2017.</a:t>
            </a:r>
          </a:p>
          <a:p>
            <a:pPr>
              <a:buNone/>
            </a:pPr>
            <a:endParaRPr lang="es-CO" sz="1200" dirty="0"/>
          </a:p>
          <a:p>
            <a:pPr>
              <a:buNone/>
            </a:pPr>
            <a:r>
              <a:rPr lang="es-CO" sz="1200" dirty="0"/>
              <a:t>[4] H. M. Zhang and B. Dong, “A </a:t>
            </a:r>
            <a:r>
              <a:rPr lang="es-CO" sz="1200" dirty="0" err="1"/>
              <a:t>review</a:t>
            </a:r>
            <a:r>
              <a:rPr lang="es-CO" sz="1200" dirty="0"/>
              <a:t> </a:t>
            </a:r>
            <a:r>
              <a:rPr lang="es-CO" sz="1200" dirty="0" err="1"/>
              <a:t>on</a:t>
            </a:r>
            <a:r>
              <a:rPr lang="es-CO" sz="1200" dirty="0"/>
              <a:t> </a:t>
            </a:r>
            <a:r>
              <a:rPr lang="es-CO" sz="1200" dirty="0" err="1"/>
              <a:t>deep</a:t>
            </a:r>
            <a:r>
              <a:rPr lang="es-CO" sz="1200" dirty="0"/>
              <a:t> </a:t>
            </a:r>
            <a:r>
              <a:rPr lang="es-CO" sz="1200" dirty="0" err="1"/>
              <a:t>learning</a:t>
            </a:r>
            <a:r>
              <a:rPr lang="es-CO" sz="1200" dirty="0"/>
              <a:t> in medical </a:t>
            </a:r>
            <a:r>
              <a:rPr lang="es-CO" sz="1200" dirty="0" err="1"/>
              <a:t>image</a:t>
            </a:r>
            <a:r>
              <a:rPr lang="es-CO" sz="1200" dirty="0"/>
              <a:t> </a:t>
            </a:r>
            <a:r>
              <a:rPr lang="es-CO" sz="1200" dirty="0" err="1"/>
              <a:t>reconstruction</a:t>
            </a:r>
            <a:r>
              <a:rPr lang="es-CO" sz="1200" dirty="0"/>
              <a:t>,” </a:t>
            </a:r>
            <a:r>
              <a:rPr lang="es-CO" sz="1200" dirty="0" err="1"/>
              <a:t>Journalof</a:t>
            </a:r>
            <a:r>
              <a:rPr lang="es-CO" sz="1200" dirty="0"/>
              <a:t>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Operations</a:t>
            </a:r>
            <a:r>
              <a:rPr lang="es-CO" sz="1200" dirty="0"/>
              <a:t> </a:t>
            </a:r>
            <a:r>
              <a:rPr lang="es-CO" sz="1200" dirty="0" err="1"/>
              <a:t>Research</a:t>
            </a:r>
            <a:r>
              <a:rPr lang="es-CO" sz="1200" dirty="0"/>
              <a:t> </a:t>
            </a:r>
            <a:r>
              <a:rPr lang="es-CO" sz="1200" dirty="0" err="1"/>
              <a:t>Society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China, vol. 8, no. 2, pp. 311–340, 2020.</a:t>
            </a:r>
          </a:p>
          <a:p>
            <a:pPr>
              <a:buNone/>
            </a:pPr>
            <a:endParaRPr lang="es-CO" sz="1200" dirty="0"/>
          </a:p>
          <a:p>
            <a:pPr>
              <a:buNone/>
            </a:pPr>
            <a:r>
              <a:rPr lang="es-CO" sz="1200" dirty="0"/>
              <a:t>[5] M. J. </a:t>
            </a:r>
            <a:r>
              <a:rPr lang="es-CO" sz="1200" dirty="0" err="1"/>
              <a:t>Willemink</a:t>
            </a:r>
            <a:r>
              <a:rPr lang="es-CO" sz="1200" dirty="0"/>
              <a:t>, W. A. </a:t>
            </a:r>
            <a:r>
              <a:rPr lang="es-CO" sz="1200" dirty="0" err="1"/>
              <a:t>Koszek</a:t>
            </a:r>
            <a:r>
              <a:rPr lang="es-CO" sz="1200" dirty="0"/>
              <a:t>, C. </a:t>
            </a:r>
            <a:r>
              <a:rPr lang="es-CO" sz="1200" dirty="0" err="1"/>
              <a:t>Hardell</a:t>
            </a:r>
            <a:r>
              <a:rPr lang="es-CO" sz="1200" dirty="0"/>
              <a:t>, J. Wu, D. Fleischmann, H. Harvey, et al., “</a:t>
            </a:r>
            <a:r>
              <a:rPr lang="es-CO" sz="1200" dirty="0" err="1"/>
              <a:t>Preparingmedical</a:t>
            </a:r>
            <a:r>
              <a:rPr lang="es-CO" sz="1200" dirty="0"/>
              <a:t> </a:t>
            </a:r>
            <a:r>
              <a:rPr lang="es-CO" sz="1200" dirty="0" err="1"/>
              <a:t>imaging</a:t>
            </a:r>
            <a:r>
              <a:rPr lang="es-CO" sz="1200" dirty="0"/>
              <a:t> data </a:t>
            </a:r>
            <a:r>
              <a:rPr lang="es-CO" sz="1200" dirty="0" err="1"/>
              <a:t>for</a:t>
            </a:r>
            <a:r>
              <a:rPr lang="es-CO" sz="1200" dirty="0"/>
              <a:t> machine </a:t>
            </a:r>
            <a:r>
              <a:rPr lang="es-CO" sz="1200" dirty="0" err="1"/>
              <a:t>learning</a:t>
            </a:r>
            <a:r>
              <a:rPr lang="es-CO" sz="1200" dirty="0"/>
              <a:t>,” </a:t>
            </a:r>
            <a:r>
              <a:rPr lang="es-CO" sz="1200" dirty="0" err="1"/>
              <a:t>Radiology</a:t>
            </a:r>
            <a:r>
              <a:rPr lang="es-CO" sz="1200" dirty="0"/>
              <a:t>, vol. 295, no. 1, pp. 4–15, 2020.</a:t>
            </a:r>
          </a:p>
          <a:p>
            <a:pPr>
              <a:buNone/>
            </a:pPr>
            <a:endParaRPr lang="es-CO" sz="1200" dirty="0"/>
          </a:p>
          <a:p>
            <a:pPr>
              <a:buNone/>
            </a:pPr>
            <a:r>
              <a:rPr lang="es-CO" sz="1200" dirty="0"/>
              <a:t>[6] M. Kim, J. Yun, Y. Cho, K. </a:t>
            </a:r>
            <a:r>
              <a:rPr lang="es-CO" sz="1200" dirty="0" err="1"/>
              <a:t>Shin</a:t>
            </a:r>
            <a:r>
              <a:rPr lang="es-CO" sz="1200" dirty="0"/>
              <a:t>, R. </a:t>
            </a:r>
            <a:r>
              <a:rPr lang="es-CO" sz="1200" dirty="0" err="1"/>
              <a:t>Jang</a:t>
            </a:r>
            <a:r>
              <a:rPr lang="es-CO" sz="1200" dirty="0"/>
              <a:t>, H. J. </a:t>
            </a:r>
            <a:r>
              <a:rPr lang="es-CO" sz="1200" dirty="0" err="1"/>
              <a:t>Bae</a:t>
            </a:r>
            <a:r>
              <a:rPr lang="es-CO" sz="1200" dirty="0"/>
              <a:t>, and N. Kim, “Deep </a:t>
            </a:r>
            <a:r>
              <a:rPr lang="es-CO" sz="1200" dirty="0" err="1"/>
              <a:t>learning</a:t>
            </a:r>
            <a:r>
              <a:rPr lang="es-CO" sz="1200" dirty="0"/>
              <a:t> in </a:t>
            </a:r>
            <a:r>
              <a:rPr lang="es-CO" sz="1200" dirty="0" err="1"/>
              <a:t>medicalimaging</a:t>
            </a:r>
            <a:r>
              <a:rPr lang="es-CO" sz="1200" dirty="0"/>
              <a:t>,” </a:t>
            </a:r>
            <a:r>
              <a:rPr lang="es-CO" sz="1200" dirty="0" err="1"/>
              <a:t>Neurospine</a:t>
            </a:r>
            <a:r>
              <a:rPr lang="es-CO" sz="1200" dirty="0"/>
              <a:t>, vol. 16, no. 4, pp. 657–668, 2019.</a:t>
            </a:r>
          </a:p>
          <a:p>
            <a:pPr>
              <a:buNone/>
            </a:pPr>
            <a:endParaRPr lang="es-CO" sz="1200" dirty="0"/>
          </a:p>
          <a:p>
            <a:pPr>
              <a:buNone/>
            </a:pPr>
            <a:r>
              <a:rPr lang="es-CO" sz="1200" dirty="0"/>
              <a:t>[7] M. Barnett, D. Wang, H. </a:t>
            </a:r>
            <a:r>
              <a:rPr lang="es-CO" sz="1200" dirty="0" err="1"/>
              <a:t>Beadnall</a:t>
            </a:r>
            <a:r>
              <a:rPr lang="es-CO" sz="1200" dirty="0"/>
              <a:t>, A. </a:t>
            </a:r>
            <a:r>
              <a:rPr lang="es-CO" sz="1200" dirty="0" err="1"/>
              <a:t>Bischof</a:t>
            </a:r>
            <a:r>
              <a:rPr lang="es-CO" sz="1200" dirty="0"/>
              <a:t>, D. </a:t>
            </a:r>
            <a:r>
              <a:rPr lang="es-CO" sz="1200" dirty="0" err="1"/>
              <a:t>Brunacci</a:t>
            </a:r>
            <a:r>
              <a:rPr lang="es-CO" sz="1200" dirty="0"/>
              <a:t>, H. </a:t>
            </a:r>
            <a:r>
              <a:rPr lang="es-CO" sz="1200" dirty="0" err="1"/>
              <a:t>Butzkueven</a:t>
            </a:r>
            <a:r>
              <a:rPr lang="es-CO" sz="1200" dirty="0"/>
              <a:t>, *et al*., “</a:t>
            </a:r>
            <a:r>
              <a:rPr lang="es-CO" sz="1200" dirty="0" err="1"/>
              <a:t>Areal-world</a:t>
            </a:r>
            <a:r>
              <a:rPr lang="es-CO" sz="1200" dirty="0"/>
              <a:t> </a:t>
            </a:r>
            <a:r>
              <a:rPr lang="es-CO" sz="1200" dirty="0" err="1"/>
              <a:t>clinical</a:t>
            </a:r>
            <a:r>
              <a:rPr lang="es-CO" sz="1200" dirty="0"/>
              <a:t> </a:t>
            </a:r>
            <a:r>
              <a:rPr lang="es-CO" sz="1200" dirty="0" err="1"/>
              <a:t>validation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AI-</a:t>
            </a:r>
            <a:r>
              <a:rPr lang="es-CO" sz="1200" dirty="0" err="1"/>
              <a:t>based</a:t>
            </a:r>
            <a:r>
              <a:rPr lang="es-CO" sz="1200" dirty="0"/>
              <a:t> MRI </a:t>
            </a:r>
            <a:r>
              <a:rPr lang="es-CO" sz="1200" dirty="0" err="1"/>
              <a:t>monitoring</a:t>
            </a:r>
            <a:r>
              <a:rPr lang="es-CO" sz="1200" dirty="0"/>
              <a:t> in </a:t>
            </a:r>
            <a:r>
              <a:rPr lang="es-CO" sz="1200" dirty="0" err="1"/>
              <a:t>multiple</a:t>
            </a:r>
            <a:r>
              <a:rPr lang="es-CO" sz="1200" dirty="0"/>
              <a:t> </a:t>
            </a:r>
            <a:r>
              <a:rPr lang="es-CO" sz="1200" dirty="0" err="1"/>
              <a:t>sclerosis</a:t>
            </a:r>
            <a:r>
              <a:rPr lang="es-CO" sz="1200" dirty="0"/>
              <a:t>,” NPJ </a:t>
            </a:r>
            <a:r>
              <a:rPr lang="es-CO" sz="1200" dirty="0" err="1"/>
              <a:t>DigitalMedicine</a:t>
            </a:r>
            <a:r>
              <a:rPr lang="es-CO" sz="1200" dirty="0"/>
              <a:t>, vol. 6, no. 1, p. 196, 2023.</a:t>
            </a:r>
          </a:p>
          <a:p>
            <a:pPr>
              <a:buNone/>
            </a:pPr>
            <a:endParaRPr lang="es-CO" sz="1200" noProof="0" dirty="0"/>
          </a:p>
          <a:p>
            <a:r>
              <a:rPr lang="en-US" sz="1200" dirty="0"/>
              <a:t>[8</a:t>
            </a:r>
            <a:r>
              <a:rPr lang="es-CO" sz="1200" dirty="0"/>
              <a:t>] D. </a:t>
            </a:r>
            <a:r>
              <a:rPr lang="es-CO" sz="1200" dirty="0" err="1"/>
              <a:t>Deyo</a:t>
            </a:r>
            <a:r>
              <a:rPr lang="es-CO" sz="1200" dirty="0"/>
              <a:t>, J. Hemingway, and D. R. Hughes, “</a:t>
            </a:r>
            <a:r>
              <a:rPr lang="es-CO" sz="1200" dirty="0" err="1"/>
              <a:t>Identifying</a:t>
            </a:r>
            <a:r>
              <a:rPr lang="es-CO" sz="1200" dirty="0"/>
              <a:t> </a:t>
            </a:r>
            <a:r>
              <a:rPr lang="es-CO" sz="1200" dirty="0" err="1"/>
              <a:t>patients</a:t>
            </a:r>
            <a:r>
              <a:rPr lang="es-CO" sz="1200" dirty="0"/>
              <a:t> </a:t>
            </a:r>
            <a:r>
              <a:rPr lang="es-CO" sz="1200" dirty="0" err="1"/>
              <a:t>with</a:t>
            </a:r>
            <a:r>
              <a:rPr lang="es-CO" sz="1200" dirty="0"/>
              <a:t> </a:t>
            </a:r>
            <a:r>
              <a:rPr lang="es-CO" sz="1200" dirty="0" err="1"/>
              <a:t>undiagnosed</a:t>
            </a:r>
            <a:r>
              <a:rPr lang="es-CO" sz="1200" dirty="0"/>
              <a:t> </a:t>
            </a:r>
            <a:r>
              <a:rPr lang="es-CO" sz="1200" dirty="0" err="1"/>
              <a:t>chronicconditions</a:t>
            </a:r>
            <a:r>
              <a:rPr lang="es-CO" sz="1200" dirty="0"/>
              <a:t>: </a:t>
            </a:r>
            <a:r>
              <a:rPr lang="es-CO" sz="1200" dirty="0" err="1"/>
              <a:t>An</a:t>
            </a:r>
            <a:r>
              <a:rPr lang="es-CO" sz="1200" dirty="0"/>
              <a:t> </a:t>
            </a:r>
            <a:r>
              <a:rPr lang="es-CO" sz="1200" dirty="0" err="1"/>
              <a:t>examination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patient</a:t>
            </a:r>
            <a:r>
              <a:rPr lang="es-CO" sz="1200" dirty="0"/>
              <a:t> </a:t>
            </a:r>
            <a:r>
              <a:rPr lang="es-CO" sz="1200" dirty="0" err="1"/>
              <a:t>costs</a:t>
            </a:r>
            <a:r>
              <a:rPr lang="es-CO" sz="1200" dirty="0"/>
              <a:t> </a:t>
            </a:r>
            <a:r>
              <a:rPr lang="es-CO" sz="1200" dirty="0" err="1"/>
              <a:t>before</a:t>
            </a:r>
            <a:r>
              <a:rPr lang="es-CO" sz="1200" dirty="0"/>
              <a:t> </a:t>
            </a:r>
            <a:r>
              <a:rPr lang="es-CO" sz="1200" dirty="0" err="1"/>
              <a:t>chronic</a:t>
            </a:r>
            <a:r>
              <a:rPr lang="es-CO" sz="1200" dirty="0"/>
              <a:t> </a:t>
            </a:r>
            <a:r>
              <a:rPr lang="es-CO" sz="1200" dirty="0" err="1"/>
              <a:t>disease</a:t>
            </a:r>
            <a:r>
              <a:rPr lang="es-CO" sz="1200" dirty="0"/>
              <a:t> diagnosis,” </a:t>
            </a:r>
            <a:r>
              <a:rPr lang="es-CO" sz="1200" dirty="0" err="1"/>
              <a:t>Journal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theAmerican</a:t>
            </a:r>
            <a:r>
              <a:rPr lang="es-CO" sz="1200" dirty="0"/>
              <a:t> </a:t>
            </a:r>
            <a:r>
              <a:rPr lang="es-CO" sz="1200" dirty="0" err="1"/>
              <a:t>College</a:t>
            </a:r>
            <a:r>
              <a:rPr lang="es-CO" sz="1200" dirty="0"/>
              <a:t>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dirty="0" err="1"/>
              <a:t>Radiology</a:t>
            </a:r>
            <a:r>
              <a:rPr lang="es-CO" sz="1200" dirty="0"/>
              <a:t>, vol. 12, no. 12, pp. 1388–1394, 2015.</a:t>
            </a:r>
          </a:p>
          <a:p>
            <a:pPr>
              <a:buNone/>
            </a:pPr>
            <a:endParaRPr lang="es-CO" sz="1200" noProof="0" dirty="0"/>
          </a:p>
        </p:txBody>
      </p:sp>
    </p:spTree>
    <p:extLst>
      <p:ext uri="{BB962C8B-B14F-4D97-AF65-F5344CB8AC3E}">
        <p14:creationId xmlns:p14="http://schemas.microsoft.com/office/powerpoint/2010/main" val="699897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olores EAFIT 202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A9E0"/>
      </a:accent1>
      <a:accent2>
        <a:srgbClr val="000066"/>
      </a:accent2>
      <a:accent3>
        <a:srgbClr val="F0EADD"/>
      </a:accent3>
      <a:accent4>
        <a:srgbClr val="155FE7"/>
      </a:accent4>
      <a:accent5>
        <a:srgbClr val="9ACAD1"/>
      </a:accent5>
      <a:accent6>
        <a:srgbClr val="CFD1D2"/>
      </a:accent6>
      <a:hlink>
        <a:srgbClr val="7F7F7F"/>
      </a:hlink>
      <a:folHlink>
        <a:srgbClr val="F0EAD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b="1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lantillaPPTArialV2SinAnimaciones" id="{B7487B21-C271-46E8-86A1-DAAD6310D74E}" vid="{766D39A1-9DD9-43F8-A95A-3569582A1E5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1F552DF13A6D40B459BD2966D82FC3" ma:contentTypeVersion="16" ma:contentTypeDescription="Crear nuevo documento." ma:contentTypeScope="" ma:versionID="17fbfd11154ecc3c23a77c8ae2fdad3d">
  <xsd:schema xmlns:xsd="http://www.w3.org/2001/XMLSchema" xmlns:xs="http://www.w3.org/2001/XMLSchema" xmlns:p="http://schemas.microsoft.com/office/2006/metadata/properties" xmlns:ns2="580b4332-39d2-4436-8fe6-7a9bf13888b4" xmlns:ns3="a13ebf73-ca7b-40da-9228-51270ed6f6f1" targetNamespace="http://schemas.microsoft.com/office/2006/metadata/properties" ma:root="true" ma:fieldsID="9e4cb74223e5b0e182b0c40c115cfeb3" ns2:_="" ns3:_="">
    <xsd:import namespace="580b4332-39d2-4436-8fe6-7a9bf13888b4"/>
    <xsd:import namespace="a13ebf73-ca7b-40da-9228-51270ed6f6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b4332-39d2-4436-8fe6-7a9bf13888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0aef40d5-b715-412d-bec7-270c581220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ebf73-ca7b-40da-9228-51270ed6f6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70356f3-8714-4691-a85e-13cca8dc6a6e}" ma:internalName="TaxCatchAll" ma:showField="CatchAllData" ma:web="a13ebf73-ca7b-40da-9228-51270ed6f6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80b4332-39d2-4436-8fe6-7a9bf13888b4">
      <Terms xmlns="http://schemas.microsoft.com/office/infopath/2007/PartnerControls"/>
    </lcf76f155ced4ddcb4097134ff3c332f>
    <TaxCatchAll xmlns="a13ebf73-ca7b-40da-9228-51270ed6f6f1" xsi:nil="true"/>
    <SharedWithUsers xmlns="a13ebf73-ca7b-40da-9228-51270ed6f6f1">
      <UserInfo>
        <DisplayName>Lina Marcela Guerra Yepes</DisplayName>
        <AccountId>278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E7A329F-C57C-481F-A664-92AAA79015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533532-2A93-4514-95D8-D7D3B6E0F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0b4332-39d2-4436-8fe6-7a9bf13888b4"/>
    <ds:schemaRef ds:uri="a13ebf73-ca7b-40da-9228-51270ed6f6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6F2BEA-1A88-4682-93A6-79A5C3BEC7A4}">
  <ds:schemaRefs>
    <ds:schemaRef ds:uri="http://schemas.microsoft.com/office/2006/documentManagement/types"/>
    <ds:schemaRef ds:uri="39c8f7e8-c6df-402a-a6c7-9cd501831d6c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47fb1b74-bd9e-41c6-a1ae-6edd6b0bc21a"/>
    <ds:schemaRef ds:uri="f0f66148-3426-4201-b301-c53a1eea4282"/>
    <ds:schemaRef ds:uri="http://www.w3.org/XML/1998/namespace"/>
    <ds:schemaRef ds:uri="http://purl.org/dc/terms/"/>
    <ds:schemaRef ds:uri="580b4332-39d2-4436-8fe6-7a9bf13888b4"/>
    <ds:schemaRef ds:uri="a13ebf73-ca7b-40da-9228-51270ed6f6f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PlantillaPPTArialV2SinAnimaciones</Template>
  <TotalTime>1786</TotalTime>
  <Words>1306</Words>
  <Application>Microsoft Office PowerPoint</Application>
  <PresentationFormat>Panorámica</PresentationFormat>
  <Paragraphs>123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Inter Black</vt:lpstr>
      <vt:lpstr>Titillium Light</vt:lpstr>
      <vt:lpstr>Wingdings</vt:lpstr>
      <vt:lpstr>Tema de Office</vt:lpstr>
      <vt:lpstr>Presentación de PowerPoint</vt:lpstr>
      <vt:lpstr>Superresolución de imágenes médicas a partir de datos de baja calidad utilizando un SRGAN condicional</vt:lpstr>
      <vt:lpstr>Presentación de PowerPoint</vt:lpstr>
      <vt:lpstr>PLANTEAMIENTO DEL PROBLEMA</vt:lpstr>
      <vt:lpstr>Presentación de PowerPoint</vt:lpstr>
      <vt:lpstr>OBJETIVOS</vt:lpstr>
      <vt:lpstr>Presentación de PowerPoint</vt:lpstr>
      <vt:lpstr>ANTECEDENTES</vt:lpstr>
      <vt:lpstr>Presentación de PowerPoint</vt:lpstr>
      <vt:lpstr>JUSTIFICACIÓN</vt:lpstr>
      <vt:lpstr>Presentación de PowerPoint</vt:lpstr>
      <vt:lpstr>ALCANCE</vt:lpstr>
      <vt:lpstr>Presentación de PowerPoint</vt:lpstr>
      <vt:lpstr>METODOLOGIA</vt:lpstr>
      <vt:lpstr>Presentación de PowerPoint</vt:lpstr>
      <vt:lpstr>PRESUPUESTO</vt:lpstr>
      <vt:lpstr>Presentación de PowerPoint</vt:lpstr>
      <vt:lpstr>CRONOGRAMA</vt:lpstr>
      <vt:lpstr>Presentación de PowerPoint</vt:lpstr>
      <vt:lpstr>PROPIEDAD INTELECTUAL</vt:lpstr>
      <vt:lpstr>Presentación de PowerPoint</vt:lpstr>
      <vt:lpstr>Presentación de PowerPoint</vt:lpstr>
      <vt:lpstr>Referencias.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Paulina De La Roche Mesa</dc:creator>
  <cp:lastModifiedBy>Juan Angel Gamez Diaz</cp:lastModifiedBy>
  <cp:revision>13</cp:revision>
  <dcterms:created xsi:type="dcterms:W3CDTF">2024-01-10T20:13:24Z</dcterms:created>
  <dcterms:modified xsi:type="dcterms:W3CDTF">2026-02-24T15:22:40Z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0x010100731F552DF13A6D40B459BD2966D82FC3</vt:lpwstr>
  </property>
  <property fmtid="{D5CDD505-2E9C-101B-9397-08002B2CF9AE}" pid="3" name="MediaServiceImageTags">
    <vt:lpwstr/>
  </property>
</Properties>
</file>